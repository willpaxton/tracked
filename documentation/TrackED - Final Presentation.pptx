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9" r:id="rId5"/>
    <p:sldId id="258" r:id="rId6"/>
    <p:sldId id="262" r:id="rId7"/>
    <p:sldId id="260" r:id="rId8"/>
    <p:sldId id="261" r:id="rId9"/>
    <p:sldId id="263" r:id="rId10"/>
    <p:sldId id="267" r:id="rId11"/>
    <p:sldId id="270" r:id="rId12"/>
    <p:sldId id="269" r:id="rId13"/>
    <p:sldId id="268" r:id="rId14"/>
    <p:sldId id="264" r:id="rId15"/>
    <p:sldId id="271" r:id="rId16"/>
    <p:sldId id="265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CFBC94-E4C0-9CD3-FB2D-2C33371B3F53}" v="1" dt="2025-12-01T17:07:08.083"/>
    <p1510:client id="{36C2752B-F2A8-C13E-2352-9545C11F6DCA}" v="28" dt="2025-12-01T17:26:03.869"/>
    <p1510:client id="{A9A57FFB-A5D4-4CAA-AFD8-3A23FC452EC7}" v="283" dt="2025-12-01T18:08:18.011"/>
    <p1510:client id="{FF19B133-E9A3-4082-F728-E9EE4F97461B}" v="2" dt="2025-12-01T18:03:10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CCB2F7-83F4-40ED-A003-24ED13EADBD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4100A0-41CD-4764-9A92-406D5D2B63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ETSU Software Engineering I Team</a:t>
          </a:r>
        </a:p>
      </dgm:t>
    </dgm:pt>
    <dgm:pt modelId="{3ADBDD69-D25A-4303-9824-8EB9465B6244}" type="parTrans" cxnId="{9E2CF8FB-498E-4B9F-8FDF-63D82B090266}">
      <dgm:prSet/>
      <dgm:spPr/>
      <dgm:t>
        <a:bodyPr/>
        <a:lstStyle/>
        <a:p>
          <a:endParaRPr lang="en-US"/>
        </a:p>
      </dgm:t>
    </dgm:pt>
    <dgm:pt modelId="{80DE5ABA-734C-4997-BA67-1529D3604FE1}" type="sibTrans" cxnId="{9E2CF8FB-498E-4B9F-8FDF-63D82B090266}">
      <dgm:prSet/>
      <dgm:spPr/>
      <dgm:t>
        <a:bodyPr/>
        <a:lstStyle/>
        <a:p>
          <a:endParaRPr lang="en-US"/>
        </a:p>
      </dgm:t>
    </dgm:pt>
    <dgm:pt modelId="{3DE0C16D-2821-41D8-8EB6-5EFD2E167A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Team: Mason, Katherine, Tyler, Will, Nick, Daniel</a:t>
          </a:r>
        </a:p>
      </dgm:t>
    </dgm:pt>
    <dgm:pt modelId="{C4F227A8-EF03-433C-A174-183B81AA968E}" type="parTrans" cxnId="{5E6DEBFA-C9AE-4F34-AFE5-E5489CCBCBB4}">
      <dgm:prSet/>
      <dgm:spPr/>
      <dgm:t>
        <a:bodyPr/>
        <a:lstStyle/>
        <a:p>
          <a:endParaRPr lang="en-US"/>
        </a:p>
      </dgm:t>
    </dgm:pt>
    <dgm:pt modelId="{82723048-40FC-4551-B372-2BC729A56B40}" type="sibTrans" cxnId="{5E6DEBFA-C9AE-4F34-AFE5-E5489CCBCBB4}">
      <dgm:prSet/>
      <dgm:spPr/>
      <dgm:t>
        <a:bodyPr/>
        <a:lstStyle/>
        <a:p>
          <a:endParaRPr lang="en-US"/>
        </a:p>
      </dgm:t>
    </dgm:pt>
    <dgm:pt modelId="{CDDF92EB-0435-4E46-9C0B-B2062D8A7A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December 2025</a:t>
          </a:r>
        </a:p>
      </dgm:t>
    </dgm:pt>
    <dgm:pt modelId="{1B8A5F55-022C-4FCB-BDCC-CFF03F12BEDF}" type="parTrans" cxnId="{AC5E596B-2EA6-46A0-99F1-7E041C4811CD}">
      <dgm:prSet/>
      <dgm:spPr/>
      <dgm:t>
        <a:bodyPr/>
        <a:lstStyle/>
        <a:p>
          <a:endParaRPr lang="en-US"/>
        </a:p>
      </dgm:t>
    </dgm:pt>
    <dgm:pt modelId="{0770D14C-FB45-43F2-B92E-0835084F729D}" type="sibTrans" cxnId="{AC5E596B-2EA6-46A0-99F1-7E041C4811CD}">
      <dgm:prSet/>
      <dgm:spPr/>
      <dgm:t>
        <a:bodyPr/>
        <a:lstStyle/>
        <a:p>
          <a:endParaRPr lang="en-US"/>
        </a:p>
      </dgm:t>
    </dgm:pt>
    <dgm:pt modelId="{4CF68B1C-3145-459F-ABE8-3859C86B427E}" type="pres">
      <dgm:prSet presAssocID="{6DCCB2F7-83F4-40ED-A003-24ED13EADBDE}" presName="root" presStyleCnt="0">
        <dgm:presLayoutVars>
          <dgm:dir/>
          <dgm:resizeHandles val="exact"/>
        </dgm:presLayoutVars>
      </dgm:prSet>
      <dgm:spPr/>
    </dgm:pt>
    <dgm:pt modelId="{4856AC6C-FA29-4B4A-A8C6-B1B15A03C61A}" type="pres">
      <dgm:prSet presAssocID="{214100A0-41CD-4764-9A92-406D5D2B630F}" presName="compNode" presStyleCnt="0"/>
      <dgm:spPr/>
    </dgm:pt>
    <dgm:pt modelId="{2B9916B1-AF41-48FB-A08E-5E177627E002}" type="pres">
      <dgm:prSet presAssocID="{214100A0-41CD-4764-9A92-406D5D2B630F}" presName="bgRect" presStyleLbl="bgShp" presStyleIdx="0" presStyleCnt="3"/>
      <dgm:spPr/>
    </dgm:pt>
    <dgm:pt modelId="{CF0333D5-AD5C-45B1-AF52-C972540B25AE}" type="pres">
      <dgm:prSet presAssocID="{214100A0-41CD-4764-9A92-406D5D2B630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7BEEA91-19AF-4D11-88D5-F1420DB49337}" type="pres">
      <dgm:prSet presAssocID="{214100A0-41CD-4764-9A92-406D5D2B630F}" presName="spaceRect" presStyleCnt="0"/>
      <dgm:spPr/>
    </dgm:pt>
    <dgm:pt modelId="{55A89FEE-FE99-4622-BDD0-A9173592BDB1}" type="pres">
      <dgm:prSet presAssocID="{214100A0-41CD-4764-9A92-406D5D2B630F}" presName="parTx" presStyleLbl="revTx" presStyleIdx="0" presStyleCnt="3">
        <dgm:presLayoutVars>
          <dgm:chMax val="0"/>
          <dgm:chPref val="0"/>
        </dgm:presLayoutVars>
      </dgm:prSet>
      <dgm:spPr/>
    </dgm:pt>
    <dgm:pt modelId="{EF6D7322-E3E9-41D3-B99A-A4E36CC9CECF}" type="pres">
      <dgm:prSet presAssocID="{80DE5ABA-734C-4997-BA67-1529D3604FE1}" presName="sibTrans" presStyleCnt="0"/>
      <dgm:spPr/>
    </dgm:pt>
    <dgm:pt modelId="{63C6673E-F3A1-4155-BE6F-A719302694F9}" type="pres">
      <dgm:prSet presAssocID="{3DE0C16D-2821-41D8-8EB6-5EFD2E167A58}" presName="compNode" presStyleCnt="0"/>
      <dgm:spPr/>
    </dgm:pt>
    <dgm:pt modelId="{4E9B2497-2FAE-46C0-9456-7A5A17758E5D}" type="pres">
      <dgm:prSet presAssocID="{3DE0C16D-2821-41D8-8EB6-5EFD2E167A58}" presName="bgRect" presStyleLbl="bgShp" presStyleIdx="1" presStyleCnt="3"/>
      <dgm:spPr/>
    </dgm:pt>
    <dgm:pt modelId="{541E0A92-F7A5-441C-84E3-CFFE592D36BF}" type="pres">
      <dgm:prSet presAssocID="{3DE0C16D-2821-41D8-8EB6-5EFD2E167A5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ve Letter"/>
        </a:ext>
      </dgm:extLst>
    </dgm:pt>
    <dgm:pt modelId="{34002D01-0742-4ED8-ACA4-4FA791B12F72}" type="pres">
      <dgm:prSet presAssocID="{3DE0C16D-2821-41D8-8EB6-5EFD2E167A58}" presName="spaceRect" presStyleCnt="0"/>
      <dgm:spPr/>
    </dgm:pt>
    <dgm:pt modelId="{8C57B4EB-BA8C-4332-A958-7FF12C8B83C1}" type="pres">
      <dgm:prSet presAssocID="{3DE0C16D-2821-41D8-8EB6-5EFD2E167A58}" presName="parTx" presStyleLbl="revTx" presStyleIdx="1" presStyleCnt="3">
        <dgm:presLayoutVars>
          <dgm:chMax val="0"/>
          <dgm:chPref val="0"/>
        </dgm:presLayoutVars>
      </dgm:prSet>
      <dgm:spPr/>
    </dgm:pt>
    <dgm:pt modelId="{62FF676C-AC07-444C-B40A-4152AE1640D6}" type="pres">
      <dgm:prSet presAssocID="{82723048-40FC-4551-B372-2BC729A56B40}" presName="sibTrans" presStyleCnt="0"/>
      <dgm:spPr/>
    </dgm:pt>
    <dgm:pt modelId="{C01D7370-48F6-427E-8F4C-0D134D9104B3}" type="pres">
      <dgm:prSet presAssocID="{CDDF92EB-0435-4E46-9C0B-B2062D8A7ADC}" presName="compNode" presStyleCnt="0"/>
      <dgm:spPr/>
    </dgm:pt>
    <dgm:pt modelId="{DCBDC2A2-4A56-4FB2-944C-064EE2000BBF}" type="pres">
      <dgm:prSet presAssocID="{CDDF92EB-0435-4E46-9C0B-B2062D8A7ADC}" presName="bgRect" presStyleLbl="bgShp" presStyleIdx="2" presStyleCnt="3"/>
      <dgm:spPr/>
    </dgm:pt>
    <dgm:pt modelId="{8AD461D8-985A-41FA-AE23-EF84E1CEF1F6}" type="pres">
      <dgm:prSet presAssocID="{CDDF92EB-0435-4E46-9C0B-B2062D8A7AD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6F89C5AB-FF96-4E10-A096-A911CDE4E1AA}" type="pres">
      <dgm:prSet presAssocID="{CDDF92EB-0435-4E46-9C0B-B2062D8A7ADC}" presName="spaceRect" presStyleCnt="0"/>
      <dgm:spPr/>
    </dgm:pt>
    <dgm:pt modelId="{A2D3BBBC-CD58-4D80-B704-A53FC5ABFD27}" type="pres">
      <dgm:prSet presAssocID="{CDDF92EB-0435-4E46-9C0B-B2062D8A7AD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9FFF913-B2E0-4076-AF16-6CCA7CDE8913}" type="presOf" srcId="{3DE0C16D-2821-41D8-8EB6-5EFD2E167A58}" destId="{8C57B4EB-BA8C-4332-A958-7FF12C8B83C1}" srcOrd="0" destOrd="0" presId="urn:microsoft.com/office/officeart/2018/2/layout/IconVerticalSolidList"/>
    <dgm:cxn modelId="{AC5E596B-2EA6-46A0-99F1-7E041C4811CD}" srcId="{6DCCB2F7-83F4-40ED-A003-24ED13EADBDE}" destId="{CDDF92EB-0435-4E46-9C0B-B2062D8A7ADC}" srcOrd="2" destOrd="0" parTransId="{1B8A5F55-022C-4FCB-BDCC-CFF03F12BEDF}" sibTransId="{0770D14C-FB45-43F2-B92E-0835084F729D}"/>
    <dgm:cxn modelId="{07E24C50-BB3A-4EA9-AA58-76370D7B99E4}" type="presOf" srcId="{CDDF92EB-0435-4E46-9C0B-B2062D8A7ADC}" destId="{A2D3BBBC-CD58-4D80-B704-A53FC5ABFD27}" srcOrd="0" destOrd="0" presId="urn:microsoft.com/office/officeart/2018/2/layout/IconVerticalSolidList"/>
    <dgm:cxn modelId="{CAD1828C-9FCB-408C-A952-1BA0C36BB593}" type="presOf" srcId="{6DCCB2F7-83F4-40ED-A003-24ED13EADBDE}" destId="{4CF68B1C-3145-459F-ABE8-3859C86B427E}" srcOrd="0" destOrd="0" presId="urn:microsoft.com/office/officeart/2018/2/layout/IconVerticalSolidList"/>
    <dgm:cxn modelId="{304C24EF-1548-4B0C-B0A0-76EA809BDCEA}" type="presOf" srcId="{214100A0-41CD-4764-9A92-406D5D2B630F}" destId="{55A89FEE-FE99-4622-BDD0-A9173592BDB1}" srcOrd="0" destOrd="0" presId="urn:microsoft.com/office/officeart/2018/2/layout/IconVerticalSolidList"/>
    <dgm:cxn modelId="{5E6DEBFA-C9AE-4F34-AFE5-E5489CCBCBB4}" srcId="{6DCCB2F7-83F4-40ED-A003-24ED13EADBDE}" destId="{3DE0C16D-2821-41D8-8EB6-5EFD2E167A58}" srcOrd="1" destOrd="0" parTransId="{C4F227A8-EF03-433C-A174-183B81AA968E}" sibTransId="{82723048-40FC-4551-B372-2BC729A56B40}"/>
    <dgm:cxn modelId="{9E2CF8FB-498E-4B9F-8FDF-63D82B090266}" srcId="{6DCCB2F7-83F4-40ED-A003-24ED13EADBDE}" destId="{214100A0-41CD-4764-9A92-406D5D2B630F}" srcOrd="0" destOrd="0" parTransId="{3ADBDD69-D25A-4303-9824-8EB9465B6244}" sibTransId="{80DE5ABA-734C-4997-BA67-1529D3604FE1}"/>
    <dgm:cxn modelId="{BE55F093-3E3E-4378-BD7A-9F4788838437}" type="presParOf" srcId="{4CF68B1C-3145-459F-ABE8-3859C86B427E}" destId="{4856AC6C-FA29-4B4A-A8C6-B1B15A03C61A}" srcOrd="0" destOrd="0" presId="urn:microsoft.com/office/officeart/2018/2/layout/IconVerticalSolidList"/>
    <dgm:cxn modelId="{02CF24FD-A1CD-4BBE-8AA4-51063BBF9632}" type="presParOf" srcId="{4856AC6C-FA29-4B4A-A8C6-B1B15A03C61A}" destId="{2B9916B1-AF41-48FB-A08E-5E177627E002}" srcOrd="0" destOrd="0" presId="urn:microsoft.com/office/officeart/2018/2/layout/IconVerticalSolidList"/>
    <dgm:cxn modelId="{521D896B-E2ED-4789-82B2-1C5D0B545933}" type="presParOf" srcId="{4856AC6C-FA29-4B4A-A8C6-B1B15A03C61A}" destId="{CF0333D5-AD5C-45B1-AF52-C972540B25AE}" srcOrd="1" destOrd="0" presId="urn:microsoft.com/office/officeart/2018/2/layout/IconVerticalSolidList"/>
    <dgm:cxn modelId="{5DBA7B47-6258-414B-BEC1-52F7CC0093D5}" type="presParOf" srcId="{4856AC6C-FA29-4B4A-A8C6-B1B15A03C61A}" destId="{F7BEEA91-19AF-4D11-88D5-F1420DB49337}" srcOrd="2" destOrd="0" presId="urn:microsoft.com/office/officeart/2018/2/layout/IconVerticalSolidList"/>
    <dgm:cxn modelId="{AD979780-B2E9-4D91-9E1A-3D6A5A038639}" type="presParOf" srcId="{4856AC6C-FA29-4B4A-A8C6-B1B15A03C61A}" destId="{55A89FEE-FE99-4622-BDD0-A9173592BDB1}" srcOrd="3" destOrd="0" presId="urn:microsoft.com/office/officeart/2018/2/layout/IconVerticalSolidList"/>
    <dgm:cxn modelId="{43C32EE3-8E5E-41B9-A985-9289C2630752}" type="presParOf" srcId="{4CF68B1C-3145-459F-ABE8-3859C86B427E}" destId="{EF6D7322-E3E9-41D3-B99A-A4E36CC9CECF}" srcOrd="1" destOrd="0" presId="urn:microsoft.com/office/officeart/2018/2/layout/IconVerticalSolidList"/>
    <dgm:cxn modelId="{8E23E92E-4E2F-4D99-BE6A-CCBC87CE2831}" type="presParOf" srcId="{4CF68B1C-3145-459F-ABE8-3859C86B427E}" destId="{63C6673E-F3A1-4155-BE6F-A719302694F9}" srcOrd="2" destOrd="0" presId="urn:microsoft.com/office/officeart/2018/2/layout/IconVerticalSolidList"/>
    <dgm:cxn modelId="{71D6B978-DDFC-49CF-A708-297ABD18C54B}" type="presParOf" srcId="{63C6673E-F3A1-4155-BE6F-A719302694F9}" destId="{4E9B2497-2FAE-46C0-9456-7A5A17758E5D}" srcOrd="0" destOrd="0" presId="urn:microsoft.com/office/officeart/2018/2/layout/IconVerticalSolidList"/>
    <dgm:cxn modelId="{9E44E8E4-A520-4AE8-AD72-5AFA09D0BCB6}" type="presParOf" srcId="{63C6673E-F3A1-4155-BE6F-A719302694F9}" destId="{541E0A92-F7A5-441C-84E3-CFFE592D36BF}" srcOrd="1" destOrd="0" presId="urn:microsoft.com/office/officeart/2018/2/layout/IconVerticalSolidList"/>
    <dgm:cxn modelId="{34DFB9B3-CF34-4C93-8CF7-F2EB1BF96985}" type="presParOf" srcId="{63C6673E-F3A1-4155-BE6F-A719302694F9}" destId="{34002D01-0742-4ED8-ACA4-4FA791B12F72}" srcOrd="2" destOrd="0" presId="urn:microsoft.com/office/officeart/2018/2/layout/IconVerticalSolidList"/>
    <dgm:cxn modelId="{2DDA037B-0245-4A15-9F25-CB6D7BA3AA6C}" type="presParOf" srcId="{63C6673E-F3A1-4155-BE6F-A719302694F9}" destId="{8C57B4EB-BA8C-4332-A958-7FF12C8B83C1}" srcOrd="3" destOrd="0" presId="urn:microsoft.com/office/officeart/2018/2/layout/IconVerticalSolidList"/>
    <dgm:cxn modelId="{7B0AA48D-096B-46BE-B6D3-348498A9A931}" type="presParOf" srcId="{4CF68B1C-3145-459F-ABE8-3859C86B427E}" destId="{62FF676C-AC07-444C-B40A-4152AE1640D6}" srcOrd="3" destOrd="0" presId="urn:microsoft.com/office/officeart/2018/2/layout/IconVerticalSolidList"/>
    <dgm:cxn modelId="{F8283949-CC4B-4BF0-BDFE-B465FBF0561E}" type="presParOf" srcId="{4CF68B1C-3145-459F-ABE8-3859C86B427E}" destId="{C01D7370-48F6-427E-8F4C-0D134D9104B3}" srcOrd="4" destOrd="0" presId="urn:microsoft.com/office/officeart/2018/2/layout/IconVerticalSolidList"/>
    <dgm:cxn modelId="{8E93D1B3-EE75-4294-952C-C327350258D5}" type="presParOf" srcId="{C01D7370-48F6-427E-8F4C-0D134D9104B3}" destId="{DCBDC2A2-4A56-4FB2-944C-064EE2000BBF}" srcOrd="0" destOrd="0" presId="urn:microsoft.com/office/officeart/2018/2/layout/IconVerticalSolidList"/>
    <dgm:cxn modelId="{ED93D164-E074-40A9-9979-07FE5FEF4DEF}" type="presParOf" srcId="{C01D7370-48F6-427E-8F4C-0D134D9104B3}" destId="{8AD461D8-985A-41FA-AE23-EF84E1CEF1F6}" srcOrd="1" destOrd="0" presId="urn:microsoft.com/office/officeart/2018/2/layout/IconVerticalSolidList"/>
    <dgm:cxn modelId="{52204D05-AFD2-499C-A150-9D32D684DEA3}" type="presParOf" srcId="{C01D7370-48F6-427E-8F4C-0D134D9104B3}" destId="{6F89C5AB-FF96-4E10-A096-A911CDE4E1AA}" srcOrd="2" destOrd="0" presId="urn:microsoft.com/office/officeart/2018/2/layout/IconVerticalSolidList"/>
    <dgm:cxn modelId="{A404E3FD-B7F3-4F06-8593-3E00283BC134}" type="presParOf" srcId="{C01D7370-48F6-427E-8F4C-0D134D9104B3}" destId="{A2D3BBBC-CD58-4D80-B704-A53FC5ABFD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199603-DC87-4523-A1D7-D57B42DD3AC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08C667C-1496-492B-980E-63FDD8B83A8F}">
      <dgm:prSet/>
      <dgm:spPr/>
      <dgm:t>
        <a:bodyPr/>
        <a:lstStyle/>
        <a:p>
          <a:r>
            <a:rPr lang="en-US"/>
            <a:t>Tracks nursing students during clinicals</a:t>
          </a:r>
        </a:p>
      </dgm:t>
    </dgm:pt>
    <dgm:pt modelId="{86C21314-BB86-4B06-83FC-9731BA228A2B}" type="parTrans" cxnId="{21091AB7-7CB5-496E-AAD0-43CCD1B50AD8}">
      <dgm:prSet/>
      <dgm:spPr/>
      <dgm:t>
        <a:bodyPr/>
        <a:lstStyle/>
        <a:p>
          <a:endParaRPr lang="en-US"/>
        </a:p>
      </dgm:t>
    </dgm:pt>
    <dgm:pt modelId="{FF5328AD-8A0A-45FC-B3C4-6CEB0C3218C5}" type="sibTrans" cxnId="{21091AB7-7CB5-496E-AAD0-43CCD1B50AD8}">
      <dgm:prSet/>
      <dgm:spPr/>
      <dgm:t>
        <a:bodyPr/>
        <a:lstStyle/>
        <a:p>
          <a:endParaRPr lang="en-US"/>
        </a:p>
      </dgm:t>
    </dgm:pt>
    <dgm:pt modelId="{45AD334B-EB66-4A88-AC3B-02605942F78A}">
      <dgm:prSet/>
      <dgm:spPr/>
      <dgm:t>
        <a:bodyPr/>
        <a:lstStyle/>
        <a:p>
          <a:r>
            <a:rPr lang="en-US"/>
            <a:t>Helps professors monitor progress &amp; safety</a:t>
          </a:r>
        </a:p>
      </dgm:t>
    </dgm:pt>
    <dgm:pt modelId="{B2D06BA4-2CB6-4E13-8DEC-551E063CC183}" type="parTrans" cxnId="{17D60A0C-B919-401A-879A-DC3D7F0D9B45}">
      <dgm:prSet/>
      <dgm:spPr/>
      <dgm:t>
        <a:bodyPr/>
        <a:lstStyle/>
        <a:p>
          <a:endParaRPr lang="en-US"/>
        </a:p>
      </dgm:t>
    </dgm:pt>
    <dgm:pt modelId="{66542C6D-A610-498F-BA58-7C2A76422884}" type="sibTrans" cxnId="{17D60A0C-B919-401A-879A-DC3D7F0D9B45}">
      <dgm:prSet/>
      <dgm:spPr/>
      <dgm:t>
        <a:bodyPr/>
        <a:lstStyle/>
        <a:p>
          <a:endParaRPr lang="en-US"/>
        </a:p>
      </dgm:t>
    </dgm:pt>
    <dgm:pt modelId="{F0D2572A-FB8A-407E-9835-E6B1F2CDFDA4}">
      <dgm:prSet/>
      <dgm:spPr/>
      <dgm:t>
        <a:bodyPr/>
        <a:lstStyle/>
        <a:p>
          <a:r>
            <a:rPr lang="en-US"/>
            <a:t>Central dashboard for oversight and tasks</a:t>
          </a:r>
        </a:p>
      </dgm:t>
    </dgm:pt>
    <dgm:pt modelId="{8B1999C6-FCE5-40D4-B84D-BE1D1922F302}" type="parTrans" cxnId="{6AE488F1-6446-4E49-8B97-552BD324A576}">
      <dgm:prSet/>
      <dgm:spPr/>
      <dgm:t>
        <a:bodyPr/>
        <a:lstStyle/>
        <a:p>
          <a:endParaRPr lang="en-US"/>
        </a:p>
      </dgm:t>
    </dgm:pt>
    <dgm:pt modelId="{195CF5C5-CFBC-4D71-ADC6-AB8764C2B543}" type="sibTrans" cxnId="{6AE488F1-6446-4E49-8B97-552BD324A576}">
      <dgm:prSet/>
      <dgm:spPr/>
      <dgm:t>
        <a:bodyPr/>
        <a:lstStyle/>
        <a:p>
          <a:endParaRPr lang="en-US"/>
        </a:p>
      </dgm:t>
    </dgm:pt>
    <dgm:pt modelId="{D8C3F776-3AA0-294C-A8BB-8D028840802F}" type="pres">
      <dgm:prSet presAssocID="{71199603-DC87-4523-A1D7-D57B42DD3AC0}" presName="linear" presStyleCnt="0">
        <dgm:presLayoutVars>
          <dgm:animLvl val="lvl"/>
          <dgm:resizeHandles val="exact"/>
        </dgm:presLayoutVars>
      </dgm:prSet>
      <dgm:spPr/>
    </dgm:pt>
    <dgm:pt modelId="{018B4AC8-6C5D-464C-8C3D-7D5AE3424F55}" type="pres">
      <dgm:prSet presAssocID="{308C667C-1496-492B-980E-63FDD8B83A8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BA67EF8-E320-6246-80C5-C62142381E87}" type="pres">
      <dgm:prSet presAssocID="{FF5328AD-8A0A-45FC-B3C4-6CEB0C3218C5}" presName="spacer" presStyleCnt="0"/>
      <dgm:spPr/>
    </dgm:pt>
    <dgm:pt modelId="{088C0F49-A972-0247-9588-AAA8B0DD57F2}" type="pres">
      <dgm:prSet presAssocID="{45AD334B-EB66-4A88-AC3B-02605942F78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8623729-DFEA-D84B-AEA3-0B98749306BA}" type="pres">
      <dgm:prSet presAssocID="{66542C6D-A610-498F-BA58-7C2A76422884}" presName="spacer" presStyleCnt="0"/>
      <dgm:spPr/>
    </dgm:pt>
    <dgm:pt modelId="{A6E0D685-E6D7-2040-85ED-4CBDBF8DDC32}" type="pres">
      <dgm:prSet presAssocID="{F0D2572A-FB8A-407E-9835-E6B1F2CDFDA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7D60A0C-B919-401A-879A-DC3D7F0D9B45}" srcId="{71199603-DC87-4523-A1D7-D57B42DD3AC0}" destId="{45AD334B-EB66-4A88-AC3B-02605942F78A}" srcOrd="1" destOrd="0" parTransId="{B2D06BA4-2CB6-4E13-8DEC-551E063CC183}" sibTransId="{66542C6D-A610-498F-BA58-7C2A76422884}"/>
    <dgm:cxn modelId="{1BFA802E-C799-104A-9DE0-60101D897253}" type="presOf" srcId="{308C667C-1496-492B-980E-63FDD8B83A8F}" destId="{018B4AC8-6C5D-464C-8C3D-7D5AE3424F55}" srcOrd="0" destOrd="0" presId="urn:microsoft.com/office/officeart/2005/8/layout/vList2"/>
    <dgm:cxn modelId="{A3341381-A48D-114F-AA50-2441D2EA4E8A}" type="presOf" srcId="{F0D2572A-FB8A-407E-9835-E6B1F2CDFDA4}" destId="{A6E0D685-E6D7-2040-85ED-4CBDBF8DDC32}" srcOrd="0" destOrd="0" presId="urn:microsoft.com/office/officeart/2005/8/layout/vList2"/>
    <dgm:cxn modelId="{21091AB7-7CB5-496E-AAD0-43CCD1B50AD8}" srcId="{71199603-DC87-4523-A1D7-D57B42DD3AC0}" destId="{308C667C-1496-492B-980E-63FDD8B83A8F}" srcOrd="0" destOrd="0" parTransId="{86C21314-BB86-4B06-83FC-9731BA228A2B}" sibTransId="{FF5328AD-8A0A-45FC-B3C4-6CEB0C3218C5}"/>
    <dgm:cxn modelId="{B3ECA2D6-7728-1641-9581-B8C47398FF72}" type="presOf" srcId="{45AD334B-EB66-4A88-AC3B-02605942F78A}" destId="{088C0F49-A972-0247-9588-AAA8B0DD57F2}" srcOrd="0" destOrd="0" presId="urn:microsoft.com/office/officeart/2005/8/layout/vList2"/>
    <dgm:cxn modelId="{6AE488F1-6446-4E49-8B97-552BD324A576}" srcId="{71199603-DC87-4523-A1D7-D57B42DD3AC0}" destId="{F0D2572A-FB8A-407E-9835-E6B1F2CDFDA4}" srcOrd="2" destOrd="0" parTransId="{8B1999C6-FCE5-40D4-B84D-BE1D1922F302}" sibTransId="{195CF5C5-CFBC-4D71-ADC6-AB8764C2B543}"/>
    <dgm:cxn modelId="{C94872FA-1463-A04F-BC46-77F4FF2F93C3}" type="presOf" srcId="{71199603-DC87-4523-A1D7-D57B42DD3AC0}" destId="{D8C3F776-3AA0-294C-A8BB-8D028840802F}" srcOrd="0" destOrd="0" presId="urn:microsoft.com/office/officeart/2005/8/layout/vList2"/>
    <dgm:cxn modelId="{36CC6D69-6041-CD40-9105-7C9D9EC50364}" type="presParOf" srcId="{D8C3F776-3AA0-294C-A8BB-8D028840802F}" destId="{018B4AC8-6C5D-464C-8C3D-7D5AE3424F55}" srcOrd="0" destOrd="0" presId="urn:microsoft.com/office/officeart/2005/8/layout/vList2"/>
    <dgm:cxn modelId="{9D563324-FBD5-2C4A-B599-86CBA2416154}" type="presParOf" srcId="{D8C3F776-3AA0-294C-A8BB-8D028840802F}" destId="{EBA67EF8-E320-6246-80C5-C62142381E87}" srcOrd="1" destOrd="0" presId="urn:microsoft.com/office/officeart/2005/8/layout/vList2"/>
    <dgm:cxn modelId="{70AB0625-AEF8-D147-ADEA-0D5BCB14C93F}" type="presParOf" srcId="{D8C3F776-3AA0-294C-A8BB-8D028840802F}" destId="{088C0F49-A972-0247-9588-AAA8B0DD57F2}" srcOrd="2" destOrd="0" presId="urn:microsoft.com/office/officeart/2005/8/layout/vList2"/>
    <dgm:cxn modelId="{6E356DBC-F5CA-994D-B70C-3EFAC122B132}" type="presParOf" srcId="{D8C3F776-3AA0-294C-A8BB-8D028840802F}" destId="{F8623729-DFEA-D84B-AEA3-0B98749306BA}" srcOrd="3" destOrd="0" presId="urn:microsoft.com/office/officeart/2005/8/layout/vList2"/>
    <dgm:cxn modelId="{983B259A-BB59-D84C-9A4D-CAAF1C08C956}" type="presParOf" srcId="{D8C3F776-3AA0-294C-A8BB-8D028840802F}" destId="{A6E0D685-E6D7-2040-85ED-4CBDBF8DDC3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6E10C0-90AA-4217-BC46-08B742EA4CD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788AC0-5CB6-4FCD-BF54-E824CC4DCD2B}">
      <dgm:prSet/>
      <dgm:spPr/>
      <dgm:t>
        <a:bodyPr/>
        <a:lstStyle/>
        <a:p>
          <a:r>
            <a:rPr lang="en-US"/>
            <a:t>Daniel – Frontend (UI, Dashboard, Calendar)</a:t>
          </a:r>
        </a:p>
      </dgm:t>
    </dgm:pt>
    <dgm:pt modelId="{027C7A6D-FC13-4510-8922-1EB400ED3EF3}" type="parTrans" cxnId="{F65F2ACA-C852-4658-9852-53B892C031D2}">
      <dgm:prSet/>
      <dgm:spPr/>
      <dgm:t>
        <a:bodyPr/>
        <a:lstStyle/>
        <a:p>
          <a:endParaRPr lang="en-US"/>
        </a:p>
      </dgm:t>
    </dgm:pt>
    <dgm:pt modelId="{21D74042-C5BF-4E71-8E02-0486021CBB90}" type="sibTrans" cxnId="{F65F2ACA-C852-4658-9852-53B892C031D2}">
      <dgm:prSet/>
      <dgm:spPr/>
      <dgm:t>
        <a:bodyPr/>
        <a:lstStyle/>
        <a:p>
          <a:endParaRPr lang="en-US"/>
        </a:p>
      </dgm:t>
    </dgm:pt>
    <dgm:pt modelId="{0DFC95A6-F765-4481-A0E1-1A72E77D3A17}">
      <dgm:prSet/>
      <dgm:spPr/>
      <dgm:t>
        <a:bodyPr/>
        <a:lstStyle/>
        <a:p>
          <a:r>
            <a:rPr lang="en-US"/>
            <a:t>Mason – Login and Structure Designer</a:t>
          </a:r>
        </a:p>
      </dgm:t>
    </dgm:pt>
    <dgm:pt modelId="{FE472836-70B1-4080-97B1-318C5460CEC6}" type="parTrans" cxnId="{DCEA9B70-E832-49B4-BA72-CB7C0FD4BCCD}">
      <dgm:prSet/>
      <dgm:spPr/>
      <dgm:t>
        <a:bodyPr/>
        <a:lstStyle/>
        <a:p>
          <a:endParaRPr lang="en-US"/>
        </a:p>
      </dgm:t>
    </dgm:pt>
    <dgm:pt modelId="{5EA11DAD-9042-4B54-94D4-3C337579E7E6}" type="sibTrans" cxnId="{DCEA9B70-E832-49B4-BA72-CB7C0FD4BCCD}">
      <dgm:prSet/>
      <dgm:spPr/>
      <dgm:t>
        <a:bodyPr/>
        <a:lstStyle/>
        <a:p>
          <a:endParaRPr lang="en-US"/>
        </a:p>
      </dgm:t>
    </dgm:pt>
    <dgm:pt modelId="{AD36FD08-BFDD-4F52-93CC-FBB27F77CA80}">
      <dgm:prSet/>
      <dgm:spPr/>
      <dgm:t>
        <a:bodyPr/>
        <a:lstStyle/>
        <a:p>
          <a:r>
            <a:rPr lang="en-US"/>
            <a:t>Katherine – ERD Designer</a:t>
          </a:r>
        </a:p>
      </dgm:t>
    </dgm:pt>
    <dgm:pt modelId="{80D14A3E-17D1-4807-A326-77C2D5FC2AC7}" type="parTrans" cxnId="{A7119FEB-ED7E-4064-82AB-05E91D0AEDA2}">
      <dgm:prSet/>
      <dgm:spPr/>
      <dgm:t>
        <a:bodyPr/>
        <a:lstStyle/>
        <a:p>
          <a:endParaRPr lang="en-US"/>
        </a:p>
      </dgm:t>
    </dgm:pt>
    <dgm:pt modelId="{C4DC5807-0BC5-42E8-B333-E21F81DB2E1F}" type="sibTrans" cxnId="{A7119FEB-ED7E-4064-82AB-05E91D0AEDA2}">
      <dgm:prSet/>
      <dgm:spPr/>
      <dgm:t>
        <a:bodyPr/>
        <a:lstStyle/>
        <a:p>
          <a:endParaRPr lang="en-US"/>
        </a:p>
      </dgm:t>
    </dgm:pt>
    <dgm:pt modelId="{83C43EB2-7D87-4D20-BA67-A90EC4E13489}">
      <dgm:prSet/>
      <dgm:spPr/>
      <dgm:t>
        <a:bodyPr/>
        <a:lstStyle/>
        <a:p>
          <a:r>
            <a:rPr lang="en-US"/>
            <a:t>Tyler – Database/Endpoint Designer (Schema)</a:t>
          </a:r>
        </a:p>
      </dgm:t>
    </dgm:pt>
    <dgm:pt modelId="{CCC5784E-8A85-4DCE-8A93-508C02C1C112}" type="parTrans" cxnId="{7BF2564B-225F-4A21-9E0A-EFC6F99A3D7C}">
      <dgm:prSet/>
      <dgm:spPr/>
      <dgm:t>
        <a:bodyPr/>
        <a:lstStyle/>
        <a:p>
          <a:endParaRPr lang="en-US"/>
        </a:p>
      </dgm:t>
    </dgm:pt>
    <dgm:pt modelId="{F44C4942-F4CE-4AF5-8DCB-4BC554A40205}" type="sibTrans" cxnId="{7BF2564B-225F-4A21-9E0A-EFC6F99A3D7C}">
      <dgm:prSet/>
      <dgm:spPr/>
      <dgm:t>
        <a:bodyPr/>
        <a:lstStyle/>
        <a:p>
          <a:endParaRPr lang="en-US"/>
        </a:p>
      </dgm:t>
    </dgm:pt>
    <dgm:pt modelId="{DB58816C-6A09-41C1-8C21-261597673C0E}">
      <dgm:prSet/>
      <dgm:spPr/>
      <dgm:t>
        <a:bodyPr/>
        <a:lstStyle/>
        <a:p>
          <a:r>
            <a:rPr lang="en-US"/>
            <a:t>Will – Geolocation</a:t>
          </a:r>
        </a:p>
      </dgm:t>
    </dgm:pt>
    <dgm:pt modelId="{C81F6CA4-AF10-404A-B626-00B5F34FE2F5}" type="parTrans" cxnId="{4F6F6BE7-EC29-4BCC-BEA8-7D2F548A4FCB}">
      <dgm:prSet/>
      <dgm:spPr/>
      <dgm:t>
        <a:bodyPr/>
        <a:lstStyle/>
        <a:p>
          <a:endParaRPr lang="en-US"/>
        </a:p>
      </dgm:t>
    </dgm:pt>
    <dgm:pt modelId="{9598463E-5156-41D6-BCBF-946533D22CEE}" type="sibTrans" cxnId="{4F6F6BE7-EC29-4BCC-BEA8-7D2F548A4FCB}">
      <dgm:prSet/>
      <dgm:spPr/>
      <dgm:t>
        <a:bodyPr/>
        <a:lstStyle/>
        <a:p>
          <a:endParaRPr lang="en-US"/>
        </a:p>
      </dgm:t>
    </dgm:pt>
    <dgm:pt modelId="{4320201C-7A37-486A-9EC3-599593FB8B35}">
      <dgm:prSet/>
      <dgm:spPr/>
      <dgm:t>
        <a:bodyPr/>
        <a:lstStyle/>
        <a:p>
          <a:r>
            <a:rPr lang="en-US"/>
            <a:t>Nick – Geolocation</a:t>
          </a:r>
        </a:p>
      </dgm:t>
    </dgm:pt>
    <dgm:pt modelId="{0A6034F1-E17C-474C-B7C0-59583A0E8A09}" type="parTrans" cxnId="{6F24DB17-497B-4C22-8685-F7F7E81C543B}">
      <dgm:prSet/>
      <dgm:spPr/>
      <dgm:t>
        <a:bodyPr/>
        <a:lstStyle/>
        <a:p>
          <a:endParaRPr lang="en-US"/>
        </a:p>
      </dgm:t>
    </dgm:pt>
    <dgm:pt modelId="{BFEAA9DC-1B09-4266-931C-E773307F445D}" type="sibTrans" cxnId="{6F24DB17-497B-4C22-8685-F7F7E81C543B}">
      <dgm:prSet/>
      <dgm:spPr/>
      <dgm:t>
        <a:bodyPr/>
        <a:lstStyle/>
        <a:p>
          <a:endParaRPr lang="en-US"/>
        </a:p>
      </dgm:t>
    </dgm:pt>
    <dgm:pt modelId="{4C4B814C-CC2B-C840-B1A9-3C7915A454C4}" type="pres">
      <dgm:prSet presAssocID="{586E10C0-90AA-4217-BC46-08B742EA4CD8}" presName="linear" presStyleCnt="0">
        <dgm:presLayoutVars>
          <dgm:animLvl val="lvl"/>
          <dgm:resizeHandles val="exact"/>
        </dgm:presLayoutVars>
      </dgm:prSet>
      <dgm:spPr/>
    </dgm:pt>
    <dgm:pt modelId="{02746837-F3B6-C940-8D96-B1027CB5A738}" type="pres">
      <dgm:prSet presAssocID="{4C788AC0-5CB6-4FCD-BF54-E824CC4DCD2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6B16738-4256-7341-95A6-3D87852E3388}" type="pres">
      <dgm:prSet presAssocID="{21D74042-C5BF-4E71-8E02-0486021CBB90}" presName="spacer" presStyleCnt="0"/>
      <dgm:spPr/>
    </dgm:pt>
    <dgm:pt modelId="{1B278F0F-682E-854D-B482-B2C7B52A3E50}" type="pres">
      <dgm:prSet presAssocID="{0DFC95A6-F765-4481-A0E1-1A72E77D3A1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A2AD10E-DAF9-CC4A-9D5C-4500EE9E4E02}" type="pres">
      <dgm:prSet presAssocID="{5EA11DAD-9042-4B54-94D4-3C337579E7E6}" presName="spacer" presStyleCnt="0"/>
      <dgm:spPr/>
    </dgm:pt>
    <dgm:pt modelId="{AB37C601-846A-1349-A8C5-6449258C358C}" type="pres">
      <dgm:prSet presAssocID="{AD36FD08-BFDD-4F52-93CC-FBB27F77CA8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F7A5EB9-8C08-CA48-B936-8AE8F2830FD6}" type="pres">
      <dgm:prSet presAssocID="{C4DC5807-0BC5-42E8-B333-E21F81DB2E1F}" presName="spacer" presStyleCnt="0"/>
      <dgm:spPr/>
    </dgm:pt>
    <dgm:pt modelId="{458588F2-E106-EC45-816E-D0045B926D23}" type="pres">
      <dgm:prSet presAssocID="{83C43EB2-7D87-4D20-BA67-A90EC4E1348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5321B68-414D-AF4A-8D01-1FD9818E7996}" type="pres">
      <dgm:prSet presAssocID="{F44C4942-F4CE-4AF5-8DCB-4BC554A40205}" presName="spacer" presStyleCnt="0"/>
      <dgm:spPr/>
    </dgm:pt>
    <dgm:pt modelId="{2A92A4AB-C48F-184F-A8FF-8EB94B227781}" type="pres">
      <dgm:prSet presAssocID="{DB58816C-6A09-41C1-8C21-261597673C0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47408A2-7874-6846-A0DE-4DB17C4AF7C0}" type="pres">
      <dgm:prSet presAssocID="{9598463E-5156-41D6-BCBF-946533D22CEE}" presName="spacer" presStyleCnt="0"/>
      <dgm:spPr/>
    </dgm:pt>
    <dgm:pt modelId="{718185B4-1353-7742-B521-F0FEE4DE21F7}" type="pres">
      <dgm:prSet presAssocID="{4320201C-7A37-486A-9EC3-599593FB8B3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F24DB17-497B-4C22-8685-F7F7E81C543B}" srcId="{586E10C0-90AA-4217-BC46-08B742EA4CD8}" destId="{4320201C-7A37-486A-9EC3-599593FB8B35}" srcOrd="5" destOrd="0" parTransId="{0A6034F1-E17C-474C-B7C0-59583A0E8A09}" sibTransId="{BFEAA9DC-1B09-4266-931C-E773307F445D}"/>
    <dgm:cxn modelId="{7BF2564B-225F-4A21-9E0A-EFC6F99A3D7C}" srcId="{586E10C0-90AA-4217-BC46-08B742EA4CD8}" destId="{83C43EB2-7D87-4D20-BA67-A90EC4E13489}" srcOrd="3" destOrd="0" parTransId="{CCC5784E-8A85-4DCE-8A93-508C02C1C112}" sibTransId="{F44C4942-F4CE-4AF5-8DCB-4BC554A40205}"/>
    <dgm:cxn modelId="{2671CE6C-3248-7A47-8106-69A544B2944A}" type="presOf" srcId="{4320201C-7A37-486A-9EC3-599593FB8B35}" destId="{718185B4-1353-7742-B521-F0FEE4DE21F7}" srcOrd="0" destOrd="0" presId="urn:microsoft.com/office/officeart/2005/8/layout/vList2"/>
    <dgm:cxn modelId="{DCEA9B70-E832-49B4-BA72-CB7C0FD4BCCD}" srcId="{586E10C0-90AA-4217-BC46-08B742EA4CD8}" destId="{0DFC95A6-F765-4481-A0E1-1A72E77D3A17}" srcOrd="1" destOrd="0" parTransId="{FE472836-70B1-4080-97B1-318C5460CEC6}" sibTransId="{5EA11DAD-9042-4B54-94D4-3C337579E7E6}"/>
    <dgm:cxn modelId="{57FC4352-107B-DF4C-817A-441F9D844FC4}" type="presOf" srcId="{AD36FD08-BFDD-4F52-93CC-FBB27F77CA80}" destId="{AB37C601-846A-1349-A8C5-6449258C358C}" srcOrd="0" destOrd="0" presId="urn:microsoft.com/office/officeart/2005/8/layout/vList2"/>
    <dgm:cxn modelId="{F0BCA558-3233-B04D-908E-1240274E4AB2}" type="presOf" srcId="{DB58816C-6A09-41C1-8C21-261597673C0E}" destId="{2A92A4AB-C48F-184F-A8FF-8EB94B227781}" srcOrd="0" destOrd="0" presId="urn:microsoft.com/office/officeart/2005/8/layout/vList2"/>
    <dgm:cxn modelId="{E7E88179-53D7-A642-B318-8EF6836729A1}" type="presOf" srcId="{0DFC95A6-F765-4481-A0E1-1A72E77D3A17}" destId="{1B278F0F-682E-854D-B482-B2C7B52A3E50}" srcOrd="0" destOrd="0" presId="urn:microsoft.com/office/officeart/2005/8/layout/vList2"/>
    <dgm:cxn modelId="{192023AC-196B-3B4E-A132-41CAC1610F63}" type="presOf" srcId="{4C788AC0-5CB6-4FCD-BF54-E824CC4DCD2B}" destId="{02746837-F3B6-C940-8D96-B1027CB5A738}" srcOrd="0" destOrd="0" presId="urn:microsoft.com/office/officeart/2005/8/layout/vList2"/>
    <dgm:cxn modelId="{F5BFAEB0-8F47-584F-8B50-E736B81D4C8B}" type="presOf" srcId="{586E10C0-90AA-4217-BC46-08B742EA4CD8}" destId="{4C4B814C-CC2B-C840-B1A9-3C7915A454C4}" srcOrd="0" destOrd="0" presId="urn:microsoft.com/office/officeart/2005/8/layout/vList2"/>
    <dgm:cxn modelId="{F65F2ACA-C852-4658-9852-53B892C031D2}" srcId="{586E10C0-90AA-4217-BC46-08B742EA4CD8}" destId="{4C788AC0-5CB6-4FCD-BF54-E824CC4DCD2B}" srcOrd="0" destOrd="0" parTransId="{027C7A6D-FC13-4510-8922-1EB400ED3EF3}" sibTransId="{21D74042-C5BF-4E71-8E02-0486021CBB90}"/>
    <dgm:cxn modelId="{62448FDA-117D-E940-BFF6-B945165AEFE1}" type="presOf" srcId="{83C43EB2-7D87-4D20-BA67-A90EC4E13489}" destId="{458588F2-E106-EC45-816E-D0045B926D23}" srcOrd="0" destOrd="0" presId="urn:microsoft.com/office/officeart/2005/8/layout/vList2"/>
    <dgm:cxn modelId="{4F6F6BE7-EC29-4BCC-BEA8-7D2F548A4FCB}" srcId="{586E10C0-90AA-4217-BC46-08B742EA4CD8}" destId="{DB58816C-6A09-41C1-8C21-261597673C0E}" srcOrd="4" destOrd="0" parTransId="{C81F6CA4-AF10-404A-B626-00B5F34FE2F5}" sibTransId="{9598463E-5156-41D6-BCBF-946533D22CEE}"/>
    <dgm:cxn modelId="{A7119FEB-ED7E-4064-82AB-05E91D0AEDA2}" srcId="{586E10C0-90AA-4217-BC46-08B742EA4CD8}" destId="{AD36FD08-BFDD-4F52-93CC-FBB27F77CA80}" srcOrd="2" destOrd="0" parTransId="{80D14A3E-17D1-4807-A326-77C2D5FC2AC7}" sibTransId="{C4DC5807-0BC5-42E8-B333-E21F81DB2E1F}"/>
    <dgm:cxn modelId="{C4A5CC44-D577-AF43-A254-A305C89C3FBE}" type="presParOf" srcId="{4C4B814C-CC2B-C840-B1A9-3C7915A454C4}" destId="{02746837-F3B6-C940-8D96-B1027CB5A738}" srcOrd="0" destOrd="0" presId="urn:microsoft.com/office/officeart/2005/8/layout/vList2"/>
    <dgm:cxn modelId="{4BC134AA-FF92-E64B-AB31-8F23FA23FC93}" type="presParOf" srcId="{4C4B814C-CC2B-C840-B1A9-3C7915A454C4}" destId="{A6B16738-4256-7341-95A6-3D87852E3388}" srcOrd="1" destOrd="0" presId="urn:microsoft.com/office/officeart/2005/8/layout/vList2"/>
    <dgm:cxn modelId="{95F51360-C81F-0D4D-B20E-707310173D83}" type="presParOf" srcId="{4C4B814C-CC2B-C840-B1A9-3C7915A454C4}" destId="{1B278F0F-682E-854D-B482-B2C7B52A3E50}" srcOrd="2" destOrd="0" presId="urn:microsoft.com/office/officeart/2005/8/layout/vList2"/>
    <dgm:cxn modelId="{567F466E-42A2-A74C-B394-CEC401EEB668}" type="presParOf" srcId="{4C4B814C-CC2B-C840-B1A9-3C7915A454C4}" destId="{9A2AD10E-DAF9-CC4A-9D5C-4500EE9E4E02}" srcOrd="3" destOrd="0" presId="urn:microsoft.com/office/officeart/2005/8/layout/vList2"/>
    <dgm:cxn modelId="{670D3DB5-2650-A843-AEBE-53F0C9AD327F}" type="presParOf" srcId="{4C4B814C-CC2B-C840-B1A9-3C7915A454C4}" destId="{AB37C601-846A-1349-A8C5-6449258C358C}" srcOrd="4" destOrd="0" presId="urn:microsoft.com/office/officeart/2005/8/layout/vList2"/>
    <dgm:cxn modelId="{79144A42-0252-5C46-804D-C87CB39842D5}" type="presParOf" srcId="{4C4B814C-CC2B-C840-B1A9-3C7915A454C4}" destId="{DF7A5EB9-8C08-CA48-B936-8AE8F2830FD6}" srcOrd="5" destOrd="0" presId="urn:microsoft.com/office/officeart/2005/8/layout/vList2"/>
    <dgm:cxn modelId="{9D63E97C-1F55-BB4E-BC70-2026360BCE1B}" type="presParOf" srcId="{4C4B814C-CC2B-C840-B1A9-3C7915A454C4}" destId="{458588F2-E106-EC45-816E-D0045B926D23}" srcOrd="6" destOrd="0" presId="urn:microsoft.com/office/officeart/2005/8/layout/vList2"/>
    <dgm:cxn modelId="{1E031EEC-6594-0644-9AF7-1A28CAFBB614}" type="presParOf" srcId="{4C4B814C-CC2B-C840-B1A9-3C7915A454C4}" destId="{45321B68-414D-AF4A-8D01-1FD9818E7996}" srcOrd="7" destOrd="0" presId="urn:microsoft.com/office/officeart/2005/8/layout/vList2"/>
    <dgm:cxn modelId="{882AAD06-B360-9947-BF18-940931E1981A}" type="presParOf" srcId="{4C4B814C-CC2B-C840-B1A9-3C7915A454C4}" destId="{2A92A4AB-C48F-184F-A8FF-8EB94B227781}" srcOrd="8" destOrd="0" presId="urn:microsoft.com/office/officeart/2005/8/layout/vList2"/>
    <dgm:cxn modelId="{1EF55CF5-87F6-BA40-B57F-61C367EA5C03}" type="presParOf" srcId="{4C4B814C-CC2B-C840-B1A9-3C7915A454C4}" destId="{E47408A2-7874-6846-A0DE-4DB17C4AF7C0}" srcOrd="9" destOrd="0" presId="urn:microsoft.com/office/officeart/2005/8/layout/vList2"/>
    <dgm:cxn modelId="{6A9EF0FB-5829-2446-84F4-64B304A312BC}" type="presParOf" srcId="{4C4B814C-CC2B-C840-B1A9-3C7915A454C4}" destId="{718185B4-1353-7742-B521-F0FEE4DE21F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442E12-3279-4313-92BC-AD8369FD857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B783EE7-9F85-45C9-A9A4-D71EA2EB407E}">
      <dgm:prSet/>
      <dgm:spPr/>
      <dgm:t>
        <a:bodyPr/>
        <a:lstStyle/>
        <a:p>
          <a:r>
            <a:rPr lang="en-US"/>
            <a:t>Improve student safety &amp; accountability</a:t>
          </a:r>
        </a:p>
      </dgm:t>
    </dgm:pt>
    <dgm:pt modelId="{8D7971FF-FB57-4636-9649-718B72A07395}" type="parTrans" cxnId="{3C8FEBED-6A2F-4526-B018-7141108B6BCB}">
      <dgm:prSet/>
      <dgm:spPr/>
      <dgm:t>
        <a:bodyPr/>
        <a:lstStyle/>
        <a:p>
          <a:endParaRPr lang="en-US"/>
        </a:p>
      </dgm:t>
    </dgm:pt>
    <dgm:pt modelId="{6D0E1911-DB91-4057-A667-FC8FADCECE07}" type="sibTrans" cxnId="{3C8FEBED-6A2F-4526-B018-7141108B6BCB}">
      <dgm:prSet/>
      <dgm:spPr/>
      <dgm:t>
        <a:bodyPr/>
        <a:lstStyle/>
        <a:p>
          <a:endParaRPr lang="en-US"/>
        </a:p>
      </dgm:t>
    </dgm:pt>
    <dgm:pt modelId="{AA7FA2E3-442B-4C5C-AA29-1B3A3409713A}">
      <dgm:prSet/>
      <dgm:spPr/>
      <dgm:t>
        <a:bodyPr/>
        <a:lstStyle/>
        <a:p>
          <a:r>
            <a:rPr lang="en-US"/>
            <a:t>Real-time geolocation tracking</a:t>
          </a:r>
        </a:p>
      </dgm:t>
    </dgm:pt>
    <dgm:pt modelId="{376BF949-861D-48EE-A226-785BC66DC3BD}" type="parTrans" cxnId="{3EDC0E27-BB39-43AA-A7C7-C0764A324543}">
      <dgm:prSet/>
      <dgm:spPr/>
      <dgm:t>
        <a:bodyPr/>
        <a:lstStyle/>
        <a:p>
          <a:endParaRPr lang="en-US"/>
        </a:p>
      </dgm:t>
    </dgm:pt>
    <dgm:pt modelId="{0ECE0DAF-7427-42A0-B98F-9DE7B5E92E2F}" type="sibTrans" cxnId="{3EDC0E27-BB39-43AA-A7C7-C0764A324543}">
      <dgm:prSet/>
      <dgm:spPr/>
      <dgm:t>
        <a:bodyPr/>
        <a:lstStyle/>
        <a:p>
          <a:endParaRPr lang="en-US"/>
        </a:p>
      </dgm:t>
    </dgm:pt>
    <dgm:pt modelId="{7C1028BD-D641-4A5B-9AF9-FADC75B9ADA9}">
      <dgm:prSet/>
      <dgm:spPr/>
      <dgm:t>
        <a:bodyPr/>
        <a:lstStyle/>
        <a:p>
          <a:r>
            <a:rPr lang="en-US"/>
            <a:t>Role-based login system</a:t>
          </a:r>
        </a:p>
      </dgm:t>
    </dgm:pt>
    <dgm:pt modelId="{C0E2101C-053B-42E7-A522-4693A0165409}" type="parTrans" cxnId="{E2D76C0E-D776-4E45-988B-9E4D5B0DE468}">
      <dgm:prSet/>
      <dgm:spPr/>
      <dgm:t>
        <a:bodyPr/>
        <a:lstStyle/>
        <a:p>
          <a:endParaRPr lang="en-US"/>
        </a:p>
      </dgm:t>
    </dgm:pt>
    <dgm:pt modelId="{ACBC56DE-2D9F-458E-8E8E-FF3767B40E06}" type="sibTrans" cxnId="{E2D76C0E-D776-4E45-988B-9E4D5B0DE468}">
      <dgm:prSet/>
      <dgm:spPr/>
      <dgm:t>
        <a:bodyPr/>
        <a:lstStyle/>
        <a:p>
          <a:endParaRPr lang="en-US"/>
        </a:p>
      </dgm:t>
    </dgm:pt>
    <dgm:pt modelId="{4A94D7DF-8B73-4CEB-BC5F-658EF7BE8775}">
      <dgm:prSet/>
      <dgm:spPr/>
      <dgm:t>
        <a:bodyPr/>
        <a:lstStyle/>
        <a:p>
          <a:r>
            <a:rPr lang="en-US"/>
            <a:t>Analytics dashboard</a:t>
          </a:r>
        </a:p>
      </dgm:t>
    </dgm:pt>
    <dgm:pt modelId="{4F102CDA-1AC1-45BD-98F7-495624A77A6B}" type="parTrans" cxnId="{50BD436E-F09E-4ECB-BFDA-E36C7BACCABA}">
      <dgm:prSet/>
      <dgm:spPr/>
      <dgm:t>
        <a:bodyPr/>
        <a:lstStyle/>
        <a:p>
          <a:endParaRPr lang="en-US"/>
        </a:p>
      </dgm:t>
    </dgm:pt>
    <dgm:pt modelId="{4944F11B-B042-4C64-A471-0456F275ACE3}" type="sibTrans" cxnId="{50BD436E-F09E-4ECB-BFDA-E36C7BACCABA}">
      <dgm:prSet/>
      <dgm:spPr/>
      <dgm:t>
        <a:bodyPr/>
        <a:lstStyle/>
        <a:p>
          <a:endParaRPr lang="en-US"/>
        </a:p>
      </dgm:t>
    </dgm:pt>
    <dgm:pt modelId="{F81DEB6F-908D-4EAE-9205-1868B018B014}">
      <dgm:prSet/>
      <dgm:spPr/>
      <dgm:t>
        <a:bodyPr/>
        <a:lstStyle/>
        <a:p>
          <a:r>
            <a:rPr lang="en-US"/>
            <a:t>Clinical task management</a:t>
          </a:r>
        </a:p>
      </dgm:t>
    </dgm:pt>
    <dgm:pt modelId="{C88DBC0B-B4C5-4056-B3AD-F413F095372F}" type="parTrans" cxnId="{5A7529AA-D41D-40C7-B516-A077B6869D0F}">
      <dgm:prSet/>
      <dgm:spPr/>
      <dgm:t>
        <a:bodyPr/>
        <a:lstStyle/>
        <a:p>
          <a:endParaRPr lang="en-US"/>
        </a:p>
      </dgm:t>
    </dgm:pt>
    <dgm:pt modelId="{1B174233-5338-4F82-BA3B-48990F0E5D35}" type="sibTrans" cxnId="{5A7529AA-D41D-40C7-B516-A077B6869D0F}">
      <dgm:prSet/>
      <dgm:spPr/>
      <dgm:t>
        <a:bodyPr/>
        <a:lstStyle/>
        <a:p>
          <a:endParaRPr lang="en-US"/>
        </a:p>
      </dgm:t>
    </dgm:pt>
    <dgm:pt modelId="{7CFB8C1E-9DCA-F648-8084-F3C827CAE84C}">
      <dgm:prSet/>
      <dgm:spPr/>
      <dgm:t>
        <a:bodyPr/>
        <a:lstStyle/>
        <a:p>
          <a:pPr>
            <a:buNone/>
          </a:pPr>
          <a:r>
            <a:rPr lang="en-US"/>
            <a:t>Support ETSU Nursing Program with a centralized tracking system</a:t>
          </a:r>
        </a:p>
      </dgm:t>
    </dgm:pt>
    <dgm:pt modelId="{E4D569F0-FE55-D742-9392-D28D56C9DB0C}" type="parTrans" cxnId="{61FE8EB4-392F-0B44-87E3-4BC79F4F6917}">
      <dgm:prSet/>
      <dgm:spPr/>
      <dgm:t>
        <a:bodyPr/>
        <a:lstStyle/>
        <a:p>
          <a:endParaRPr lang="en-US"/>
        </a:p>
      </dgm:t>
    </dgm:pt>
    <dgm:pt modelId="{F045AA47-8969-4D43-ABF7-B6E747A8021C}" type="sibTrans" cxnId="{61FE8EB4-392F-0B44-87E3-4BC79F4F6917}">
      <dgm:prSet/>
      <dgm:spPr/>
      <dgm:t>
        <a:bodyPr/>
        <a:lstStyle/>
        <a:p>
          <a:endParaRPr lang="en-US"/>
        </a:p>
      </dgm:t>
    </dgm:pt>
    <dgm:pt modelId="{150F25E9-1FDD-344A-B4A3-8BC193887364}">
      <dgm:prSet/>
      <dgm:spPr/>
      <dgm:t>
        <a:bodyPr/>
        <a:lstStyle/>
        <a:p>
          <a:pPr>
            <a:buNone/>
          </a:pPr>
          <a:r>
            <a:rPr lang="en-US"/>
            <a:t>Increase safety + accountability during clinical rotations</a:t>
          </a:r>
        </a:p>
      </dgm:t>
    </dgm:pt>
    <dgm:pt modelId="{F49F9360-70B5-C248-95A7-441DDFF106FC}" type="parTrans" cxnId="{E2BA2419-8B98-2547-BF3C-BF0757CD5F2B}">
      <dgm:prSet/>
      <dgm:spPr/>
      <dgm:t>
        <a:bodyPr/>
        <a:lstStyle/>
        <a:p>
          <a:endParaRPr lang="en-US"/>
        </a:p>
      </dgm:t>
    </dgm:pt>
    <dgm:pt modelId="{24F2F56A-4C13-E14E-86C4-1D3ACC81FA09}" type="sibTrans" cxnId="{E2BA2419-8B98-2547-BF3C-BF0757CD5F2B}">
      <dgm:prSet/>
      <dgm:spPr/>
      <dgm:t>
        <a:bodyPr/>
        <a:lstStyle/>
        <a:p>
          <a:endParaRPr lang="en-US"/>
        </a:p>
      </dgm:t>
    </dgm:pt>
    <dgm:pt modelId="{39580BA4-40C7-D849-881C-24A0CD503E2E}">
      <dgm:prSet/>
      <dgm:spPr/>
      <dgm:t>
        <a:bodyPr/>
        <a:lstStyle/>
        <a:p>
          <a:pPr>
            <a:buNone/>
          </a:pPr>
          <a:r>
            <a:rPr lang="en-US"/>
            <a:t>Provide quick access to student progress &amp; task completion</a:t>
          </a:r>
        </a:p>
      </dgm:t>
    </dgm:pt>
    <dgm:pt modelId="{F56AB9A2-E42B-3F41-8A08-F93515C70D81}" type="parTrans" cxnId="{2646C472-119D-024A-8C77-96694B96E74D}">
      <dgm:prSet/>
      <dgm:spPr/>
      <dgm:t>
        <a:bodyPr/>
        <a:lstStyle/>
        <a:p>
          <a:endParaRPr lang="en-US"/>
        </a:p>
      </dgm:t>
    </dgm:pt>
    <dgm:pt modelId="{EF209487-4951-1C41-B5AF-9E227216BF92}" type="sibTrans" cxnId="{2646C472-119D-024A-8C77-96694B96E74D}">
      <dgm:prSet/>
      <dgm:spPr/>
      <dgm:t>
        <a:bodyPr/>
        <a:lstStyle/>
        <a:p>
          <a:endParaRPr lang="en-US"/>
        </a:p>
      </dgm:t>
    </dgm:pt>
    <dgm:pt modelId="{9FA5E444-7706-CD46-B983-7551C63B9F23}">
      <dgm:prSet/>
      <dgm:spPr/>
      <dgm:t>
        <a:bodyPr/>
        <a:lstStyle/>
        <a:p>
          <a:pPr>
            <a:buNone/>
          </a:pPr>
          <a:r>
            <a:rPr lang="en-US"/>
            <a:t>Simplify coordination between professors and students</a:t>
          </a:r>
        </a:p>
      </dgm:t>
    </dgm:pt>
    <dgm:pt modelId="{62FD4349-37C6-7149-8AB0-A79E5ADDF066}" type="parTrans" cxnId="{B8516D28-54B6-BD48-9E1A-2A13EF846215}">
      <dgm:prSet/>
      <dgm:spPr/>
      <dgm:t>
        <a:bodyPr/>
        <a:lstStyle/>
        <a:p>
          <a:endParaRPr lang="en-US"/>
        </a:p>
      </dgm:t>
    </dgm:pt>
    <dgm:pt modelId="{D94FCC4A-FE93-824F-80A4-F7D88A7C4337}" type="sibTrans" cxnId="{B8516D28-54B6-BD48-9E1A-2A13EF846215}">
      <dgm:prSet/>
      <dgm:spPr/>
      <dgm:t>
        <a:bodyPr/>
        <a:lstStyle/>
        <a:p>
          <a:endParaRPr lang="en-US"/>
        </a:p>
      </dgm:t>
    </dgm:pt>
    <dgm:pt modelId="{5499BB29-3FA4-B84A-B3D8-676FB58D865F}" type="pres">
      <dgm:prSet presAssocID="{91442E12-3279-4313-92BC-AD8369FD8573}" presName="linear" presStyleCnt="0">
        <dgm:presLayoutVars>
          <dgm:animLvl val="lvl"/>
          <dgm:resizeHandles val="exact"/>
        </dgm:presLayoutVars>
      </dgm:prSet>
      <dgm:spPr/>
    </dgm:pt>
    <dgm:pt modelId="{08C15043-046F-834A-BE71-63F631D5DEED}" type="pres">
      <dgm:prSet presAssocID="{AB783EE7-9F85-45C9-A9A4-D71EA2EB407E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FC88E042-BCF6-E342-A323-E8DFD25E0801}" type="pres">
      <dgm:prSet presAssocID="{6D0E1911-DB91-4057-A667-FC8FADCECE07}" presName="spacer" presStyleCnt="0"/>
      <dgm:spPr/>
    </dgm:pt>
    <dgm:pt modelId="{4110A367-9405-B64E-8D4E-0E9BFF448775}" type="pres">
      <dgm:prSet presAssocID="{AA7FA2E3-442B-4C5C-AA29-1B3A3409713A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91129E54-2B3A-2649-B098-AAFE27C1D1D5}" type="pres">
      <dgm:prSet presAssocID="{0ECE0DAF-7427-42A0-B98F-9DE7B5E92E2F}" presName="spacer" presStyleCnt="0"/>
      <dgm:spPr/>
    </dgm:pt>
    <dgm:pt modelId="{040CB51C-8CEF-F648-8616-D6F19C717029}" type="pres">
      <dgm:prSet presAssocID="{7C1028BD-D641-4A5B-9AF9-FADC75B9ADA9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0002E85E-2B58-CC42-BD2E-BF68C21D409B}" type="pres">
      <dgm:prSet presAssocID="{ACBC56DE-2D9F-458E-8E8E-FF3767B40E06}" presName="spacer" presStyleCnt="0"/>
      <dgm:spPr/>
    </dgm:pt>
    <dgm:pt modelId="{26B83C37-ED27-044E-98F9-205FFFF65430}" type="pres">
      <dgm:prSet presAssocID="{4A94D7DF-8B73-4CEB-BC5F-658EF7BE8775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CE4DBF0E-BF0A-CA4E-BA0D-C6AD699106C7}" type="pres">
      <dgm:prSet presAssocID="{4944F11B-B042-4C64-A471-0456F275ACE3}" presName="spacer" presStyleCnt="0"/>
      <dgm:spPr/>
    </dgm:pt>
    <dgm:pt modelId="{AECFDB6C-2748-6040-806A-FD2CAE603419}" type="pres">
      <dgm:prSet presAssocID="{F81DEB6F-908D-4EAE-9205-1868B018B014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76D44F58-B40C-7A43-8EE1-B018F772D49C}" type="pres">
      <dgm:prSet presAssocID="{1B174233-5338-4F82-BA3B-48990F0E5D35}" presName="spacer" presStyleCnt="0"/>
      <dgm:spPr/>
    </dgm:pt>
    <dgm:pt modelId="{F5D499AC-C7A5-9943-A85F-153CF85E1C1E}" type="pres">
      <dgm:prSet presAssocID="{7CFB8C1E-9DCA-F648-8084-F3C827CAE84C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8DAB8D14-C3E5-5A41-8DE4-8BC7EA3D6020}" type="pres">
      <dgm:prSet presAssocID="{F045AA47-8969-4D43-ABF7-B6E747A8021C}" presName="spacer" presStyleCnt="0"/>
      <dgm:spPr/>
    </dgm:pt>
    <dgm:pt modelId="{53485756-BA38-EB46-A0BB-36F414DF5C58}" type="pres">
      <dgm:prSet presAssocID="{150F25E9-1FDD-344A-B4A3-8BC193887364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EBDC4F44-22CE-7E40-9961-4DC3456BB71E}" type="pres">
      <dgm:prSet presAssocID="{24F2F56A-4C13-E14E-86C4-1D3ACC81FA09}" presName="spacer" presStyleCnt="0"/>
      <dgm:spPr/>
    </dgm:pt>
    <dgm:pt modelId="{33A88E64-029E-9B40-A6DB-F90DA3E49061}" type="pres">
      <dgm:prSet presAssocID="{39580BA4-40C7-D849-881C-24A0CD503E2E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0A278A60-9207-1D43-AAC3-27BF71A054E1}" type="pres">
      <dgm:prSet presAssocID="{EF209487-4951-1C41-B5AF-9E227216BF92}" presName="spacer" presStyleCnt="0"/>
      <dgm:spPr/>
    </dgm:pt>
    <dgm:pt modelId="{8EA54262-0B18-E44B-8FC2-B766A628EADE}" type="pres">
      <dgm:prSet presAssocID="{9FA5E444-7706-CD46-B983-7551C63B9F23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E2D76C0E-D776-4E45-988B-9E4D5B0DE468}" srcId="{91442E12-3279-4313-92BC-AD8369FD8573}" destId="{7C1028BD-D641-4A5B-9AF9-FADC75B9ADA9}" srcOrd="2" destOrd="0" parTransId="{C0E2101C-053B-42E7-A522-4693A0165409}" sibTransId="{ACBC56DE-2D9F-458E-8E8E-FF3767B40E06}"/>
    <dgm:cxn modelId="{E2BA2419-8B98-2547-BF3C-BF0757CD5F2B}" srcId="{91442E12-3279-4313-92BC-AD8369FD8573}" destId="{150F25E9-1FDD-344A-B4A3-8BC193887364}" srcOrd="6" destOrd="0" parTransId="{F49F9360-70B5-C248-95A7-441DDFF106FC}" sibTransId="{24F2F56A-4C13-E14E-86C4-1D3ACC81FA09}"/>
    <dgm:cxn modelId="{FE069624-F149-6140-811E-4296B14F923F}" type="presOf" srcId="{9FA5E444-7706-CD46-B983-7551C63B9F23}" destId="{8EA54262-0B18-E44B-8FC2-B766A628EADE}" srcOrd="0" destOrd="0" presId="urn:microsoft.com/office/officeart/2005/8/layout/vList2"/>
    <dgm:cxn modelId="{3EDC0E27-BB39-43AA-A7C7-C0764A324543}" srcId="{91442E12-3279-4313-92BC-AD8369FD8573}" destId="{AA7FA2E3-442B-4C5C-AA29-1B3A3409713A}" srcOrd="1" destOrd="0" parTransId="{376BF949-861D-48EE-A226-785BC66DC3BD}" sibTransId="{0ECE0DAF-7427-42A0-B98F-9DE7B5E92E2F}"/>
    <dgm:cxn modelId="{B8516D28-54B6-BD48-9E1A-2A13EF846215}" srcId="{91442E12-3279-4313-92BC-AD8369FD8573}" destId="{9FA5E444-7706-CD46-B983-7551C63B9F23}" srcOrd="8" destOrd="0" parTransId="{62FD4349-37C6-7149-8AB0-A79E5ADDF066}" sibTransId="{D94FCC4A-FE93-824F-80A4-F7D88A7C4337}"/>
    <dgm:cxn modelId="{F72C2E61-1373-E041-BDA6-B1B3F3583F9A}" type="presOf" srcId="{7C1028BD-D641-4A5B-9AF9-FADC75B9ADA9}" destId="{040CB51C-8CEF-F648-8616-D6F19C717029}" srcOrd="0" destOrd="0" presId="urn:microsoft.com/office/officeart/2005/8/layout/vList2"/>
    <dgm:cxn modelId="{FAE1A74D-05A7-904F-9AF5-A9B2B4C352DD}" type="presOf" srcId="{7CFB8C1E-9DCA-F648-8084-F3C827CAE84C}" destId="{F5D499AC-C7A5-9943-A85F-153CF85E1C1E}" srcOrd="0" destOrd="0" presId="urn:microsoft.com/office/officeart/2005/8/layout/vList2"/>
    <dgm:cxn modelId="{50BD436E-F09E-4ECB-BFDA-E36C7BACCABA}" srcId="{91442E12-3279-4313-92BC-AD8369FD8573}" destId="{4A94D7DF-8B73-4CEB-BC5F-658EF7BE8775}" srcOrd="3" destOrd="0" parTransId="{4F102CDA-1AC1-45BD-98F7-495624A77A6B}" sibTransId="{4944F11B-B042-4C64-A471-0456F275ACE3}"/>
    <dgm:cxn modelId="{2646C472-119D-024A-8C77-96694B96E74D}" srcId="{91442E12-3279-4313-92BC-AD8369FD8573}" destId="{39580BA4-40C7-D849-881C-24A0CD503E2E}" srcOrd="7" destOrd="0" parTransId="{F56AB9A2-E42B-3F41-8A08-F93515C70D81}" sibTransId="{EF209487-4951-1C41-B5AF-9E227216BF92}"/>
    <dgm:cxn modelId="{C318817E-07E1-744B-AA00-ADC1FB4E2662}" type="presOf" srcId="{150F25E9-1FDD-344A-B4A3-8BC193887364}" destId="{53485756-BA38-EB46-A0BB-36F414DF5C58}" srcOrd="0" destOrd="0" presId="urn:microsoft.com/office/officeart/2005/8/layout/vList2"/>
    <dgm:cxn modelId="{190F9B9D-ADCB-D040-A59A-10633D9FAB8B}" type="presOf" srcId="{39580BA4-40C7-D849-881C-24A0CD503E2E}" destId="{33A88E64-029E-9B40-A6DB-F90DA3E49061}" srcOrd="0" destOrd="0" presId="urn:microsoft.com/office/officeart/2005/8/layout/vList2"/>
    <dgm:cxn modelId="{5A7529AA-D41D-40C7-B516-A077B6869D0F}" srcId="{91442E12-3279-4313-92BC-AD8369FD8573}" destId="{F81DEB6F-908D-4EAE-9205-1868B018B014}" srcOrd="4" destOrd="0" parTransId="{C88DBC0B-B4C5-4056-B3AD-F413F095372F}" sibTransId="{1B174233-5338-4F82-BA3B-48990F0E5D35}"/>
    <dgm:cxn modelId="{61FE8EB4-392F-0B44-87E3-4BC79F4F6917}" srcId="{91442E12-3279-4313-92BC-AD8369FD8573}" destId="{7CFB8C1E-9DCA-F648-8084-F3C827CAE84C}" srcOrd="5" destOrd="0" parTransId="{E4D569F0-FE55-D742-9392-D28D56C9DB0C}" sibTransId="{F045AA47-8969-4D43-ABF7-B6E747A8021C}"/>
    <dgm:cxn modelId="{F308D5C5-E804-A54C-9391-9EB95B48701A}" type="presOf" srcId="{91442E12-3279-4313-92BC-AD8369FD8573}" destId="{5499BB29-3FA4-B84A-B3D8-676FB58D865F}" srcOrd="0" destOrd="0" presId="urn:microsoft.com/office/officeart/2005/8/layout/vList2"/>
    <dgm:cxn modelId="{1BBBEACA-6DAE-6F4F-82B0-91663420D927}" type="presOf" srcId="{AA7FA2E3-442B-4C5C-AA29-1B3A3409713A}" destId="{4110A367-9405-B64E-8D4E-0E9BFF448775}" srcOrd="0" destOrd="0" presId="urn:microsoft.com/office/officeart/2005/8/layout/vList2"/>
    <dgm:cxn modelId="{87B4EAD6-438E-CF4E-8D56-3EED7EE47382}" type="presOf" srcId="{AB783EE7-9F85-45C9-A9A4-D71EA2EB407E}" destId="{08C15043-046F-834A-BE71-63F631D5DEED}" srcOrd="0" destOrd="0" presId="urn:microsoft.com/office/officeart/2005/8/layout/vList2"/>
    <dgm:cxn modelId="{8CFD7EE8-8C9E-204B-8C59-5D1A56EADE0C}" type="presOf" srcId="{F81DEB6F-908D-4EAE-9205-1868B018B014}" destId="{AECFDB6C-2748-6040-806A-FD2CAE603419}" srcOrd="0" destOrd="0" presId="urn:microsoft.com/office/officeart/2005/8/layout/vList2"/>
    <dgm:cxn modelId="{392979EB-3AF3-8443-AD70-F8254C62F1AE}" type="presOf" srcId="{4A94D7DF-8B73-4CEB-BC5F-658EF7BE8775}" destId="{26B83C37-ED27-044E-98F9-205FFFF65430}" srcOrd="0" destOrd="0" presId="urn:microsoft.com/office/officeart/2005/8/layout/vList2"/>
    <dgm:cxn modelId="{3C8FEBED-6A2F-4526-B018-7141108B6BCB}" srcId="{91442E12-3279-4313-92BC-AD8369FD8573}" destId="{AB783EE7-9F85-45C9-A9A4-D71EA2EB407E}" srcOrd="0" destOrd="0" parTransId="{8D7971FF-FB57-4636-9649-718B72A07395}" sibTransId="{6D0E1911-DB91-4057-A667-FC8FADCECE07}"/>
    <dgm:cxn modelId="{1D8A647C-B0AE-5C40-B98B-800E194C6F84}" type="presParOf" srcId="{5499BB29-3FA4-B84A-B3D8-676FB58D865F}" destId="{08C15043-046F-834A-BE71-63F631D5DEED}" srcOrd="0" destOrd="0" presId="urn:microsoft.com/office/officeart/2005/8/layout/vList2"/>
    <dgm:cxn modelId="{1C12B18F-7C2A-4140-8076-4AECEFA460F2}" type="presParOf" srcId="{5499BB29-3FA4-B84A-B3D8-676FB58D865F}" destId="{FC88E042-BCF6-E342-A323-E8DFD25E0801}" srcOrd="1" destOrd="0" presId="urn:microsoft.com/office/officeart/2005/8/layout/vList2"/>
    <dgm:cxn modelId="{CDF8657F-BD24-B94B-80AE-FFA9DE9B5C76}" type="presParOf" srcId="{5499BB29-3FA4-B84A-B3D8-676FB58D865F}" destId="{4110A367-9405-B64E-8D4E-0E9BFF448775}" srcOrd="2" destOrd="0" presId="urn:microsoft.com/office/officeart/2005/8/layout/vList2"/>
    <dgm:cxn modelId="{E1E65DC4-4411-5146-9E0F-BFFFEFDE501F}" type="presParOf" srcId="{5499BB29-3FA4-B84A-B3D8-676FB58D865F}" destId="{91129E54-2B3A-2649-B098-AAFE27C1D1D5}" srcOrd="3" destOrd="0" presId="urn:microsoft.com/office/officeart/2005/8/layout/vList2"/>
    <dgm:cxn modelId="{0282B7DD-EE48-0447-AC41-6CBD756D7D90}" type="presParOf" srcId="{5499BB29-3FA4-B84A-B3D8-676FB58D865F}" destId="{040CB51C-8CEF-F648-8616-D6F19C717029}" srcOrd="4" destOrd="0" presId="urn:microsoft.com/office/officeart/2005/8/layout/vList2"/>
    <dgm:cxn modelId="{9BA5E873-EA48-6540-B0D0-A00B958A6BB6}" type="presParOf" srcId="{5499BB29-3FA4-B84A-B3D8-676FB58D865F}" destId="{0002E85E-2B58-CC42-BD2E-BF68C21D409B}" srcOrd="5" destOrd="0" presId="urn:microsoft.com/office/officeart/2005/8/layout/vList2"/>
    <dgm:cxn modelId="{8B0015CC-7193-F048-96B6-59AAAADF93B7}" type="presParOf" srcId="{5499BB29-3FA4-B84A-B3D8-676FB58D865F}" destId="{26B83C37-ED27-044E-98F9-205FFFF65430}" srcOrd="6" destOrd="0" presId="urn:microsoft.com/office/officeart/2005/8/layout/vList2"/>
    <dgm:cxn modelId="{3EA8E6A1-CCC3-8246-A994-BCADF3E8CC03}" type="presParOf" srcId="{5499BB29-3FA4-B84A-B3D8-676FB58D865F}" destId="{CE4DBF0E-BF0A-CA4E-BA0D-C6AD699106C7}" srcOrd="7" destOrd="0" presId="urn:microsoft.com/office/officeart/2005/8/layout/vList2"/>
    <dgm:cxn modelId="{0D6BE47F-B7B3-F644-A7AB-1433F372640F}" type="presParOf" srcId="{5499BB29-3FA4-B84A-B3D8-676FB58D865F}" destId="{AECFDB6C-2748-6040-806A-FD2CAE603419}" srcOrd="8" destOrd="0" presId="urn:microsoft.com/office/officeart/2005/8/layout/vList2"/>
    <dgm:cxn modelId="{32FE4C29-61E3-C048-8A0B-050A45ACE8CF}" type="presParOf" srcId="{5499BB29-3FA4-B84A-B3D8-676FB58D865F}" destId="{76D44F58-B40C-7A43-8EE1-B018F772D49C}" srcOrd="9" destOrd="0" presId="urn:microsoft.com/office/officeart/2005/8/layout/vList2"/>
    <dgm:cxn modelId="{E6A812AA-8CDC-CB4C-AE8D-29877C62CF0A}" type="presParOf" srcId="{5499BB29-3FA4-B84A-B3D8-676FB58D865F}" destId="{F5D499AC-C7A5-9943-A85F-153CF85E1C1E}" srcOrd="10" destOrd="0" presId="urn:microsoft.com/office/officeart/2005/8/layout/vList2"/>
    <dgm:cxn modelId="{2316BD09-A408-CC40-8C18-F9DE563C31E9}" type="presParOf" srcId="{5499BB29-3FA4-B84A-B3D8-676FB58D865F}" destId="{8DAB8D14-C3E5-5A41-8DE4-8BC7EA3D6020}" srcOrd="11" destOrd="0" presId="urn:microsoft.com/office/officeart/2005/8/layout/vList2"/>
    <dgm:cxn modelId="{A70AD137-EBE1-AE47-ABBF-9C273C8B2287}" type="presParOf" srcId="{5499BB29-3FA4-B84A-B3D8-676FB58D865F}" destId="{53485756-BA38-EB46-A0BB-36F414DF5C58}" srcOrd="12" destOrd="0" presId="urn:microsoft.com/office/officeart/2005/8/layout/vList2"/>
    <dgm:cxn modelId="{790A6F5A-AD04-D94B-9466-B1300EB6F820}" type="presParOf" srcId="{5499BB29-3FA4-B84A-B3D8-676FB58D865F}" destId="{EBDC4F44-22CE-7E40-9961-4DC3456BB71E}" srcOrd="13" destOrd="0" presId="urn:microsoft.com/office/officeart/2005/8/layout/vList2"/>
    <dgm:cxn modelId="{6D1B0F87-49FD-FB4A-BA36-3720E120AFCF}" type="presParOf" srcId="{5499BB29-3FA4-B84A-B3D8-676FB58D865F}" destId="{33A88E64-029E-9B40-A6DB-F90DA3E49061}" srcOrd="14" destOrd="0" presId="urn:microsoft.com/office/officeart/2005/8/layout/vList2"/>
    <dgm:cxn modelId="{14763BDA-292F-384C-AE28-55D665E77B15}" type="presParOf" srcId="{5499BB29-3FA4-B84A-B3D8-676FB58D865F}" destId="{0A278A60-9207-1D43-AAC3-27BF71A054E1}" srcOrd="15" destOrd="0" presId="urn:microsoft.com/office/officeart/2005/8/layout/vList2"/>
    <dgm:cxn modelId="{50BE78A6-21F5-F249-9046-31E0249437C4}" type="presParOf" srcId="{5499BB29-3FA4-B84A-B3D8-676FB58D865F}" destId="{8EA54262-0B18-E44B-8FC2-B766A628EADE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73DDEC4-55CB-473D-9AD2-3D8F347271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7B929A6-DB68-43A6-BEE7-685BC25A129B}">
      <dgm:prSet/>
      <dgm:spPr/>
      <dgm:t>
        <a:bodyPr/>
        <a:lstStyle/>
        <a:p>
          <a:r>
            <a:rPr lang="en-US"/>
            <a:t>Interactive task calendar</a:t>
          </a:r>
        </a:p>
      </dgm:t>
    </dgm:pt>
    <dgm:pt modelId="{386D878E-548E-45A9-A7C9-AA52DC9564EF}" type="parTrans" cxnId="{3E72F496-7374-47F2-B1A4-B121C18D5BA9}">
      <dgm:prSet/>
      <dgm:spPr/>
      <dgm:t>
        <a:bodyPr/>
        <a:lstStyle/>
        <a:p>
          <a:endParaRPr lang="en-US"/>
        </a:p>
      </dgm:t>
    </dgm:pt>
    <dgm:pt modelId="{D13995D6-8FAC-4525-9ED5-3B6B57F235D1}" type="sibTrans" cxnId="{3E72F496-7374-47F2-B1A4-B121C18D5BA9}">
      <dgm:prSet/>
      <dgm:spPr/>
      <dgm:t>
        <a:bodyPr/>
        <a:lstStyle/>
        <a:p>
          <a:endParaRPr lang="en-US"/>
        </a:p>
      </dgm:t>
    </dgm:pt>
    <dgm:pt modelId="{825B326B-522E-47B6-80A4-F7CD7B422A22}">
      <dgm:prSet/>
      <dgm:spPr/>
      <dgm:t>
        <a:bodyPr/>
        <a:lstStyle/>
        <a:p>
          <a:r>
            <a:rPr lang="en-US"/>
            <a:t>Role-based dashboards</a:t>
          </a:r>
        </a:p>
      </dgm:t>
    </dgm:pt>
    <dgm:pt modelId="{AF7675B4-1036-4D7F-8F79-65D193A391A1}" type="parTrans" cxnId="{3C035344-29E9-4D29-828C-278628A93BF2}">
      <dgm:prSet/>
      <dgm:spPr/>
      <dgm:t>
        <a:bodyPr/>
        <a:lstStyle/>
        <a:p>
          <a:endParaRPr lang="en-US"/>
        </a:p>
      </dgm:t>
    </dgm:pt>
    <dgm:pt modelId="{CBFC8EBD-4CB7-45C6-838E-09364A5E90A7}" type="sibTrans" cxnId="{3C035344-29E9-4D29-828C-278628A93BF2}">
      <dgm:prSet/>
      <dgm:spPr/>
      <dgm:t>
        <a:bodyPr/>
        <a:lstStyle/>
        <a:p>
          <a:endParaRPr lang="en-US"/>
        </a:p>
      </dgm:t>
    </dgm:pt>
    <dgm:pt modelId="{C353FC1F-753D-4E3D-ACB2-C89414E3C1E0}">
      <dgm:prSet/>
      <dgm:spPr/>
      <dgm:t>
        <a:bodyPr/>
        <a:lstStyle/>
        <a:p>
          <a:r>
            <a:rPr lang="en-US"/>
            <a:t>Student geolocation simulation</a:t>
          </a:r>
        </a:p>
      </dgm:t>
    </dgm:pt>
    <dgm:pt modelId="{BAC95F44-BF57-4732-8851-2DB4B152C8E5}" type="parTrans" cxnId="{1BFFA6DE-1348-4B55-A500-0B36A8491D77}">
      <dgm:prSet/>
      <dgm:spPr/>
      <dgm:t>
        <a:bodyPr/>
        <a:lstStyle/>
        <a:p>
          <a:endParaRPr lang="en-US"/>
        </a:p>
      </dgm:t>
    </dgm:pt>
    <dgm:pt modelId="{FA49E0EF-278D-4F19-82A5-DEC755F14170}" type="sibTrans" cxnId="{1BFFA6DE-1348-4B55-A500-0B36A8491D77}">
      <dgm:prSet/>
      <dgm:spPr/>
      <dgm:t>
        <a:bodyPr/>
        <a:lstStyle/>
        <a:p>
          <a:endParaRPr lang="en-US"/>
        </a:p>
      </dgm:t>
    </dgm:pt>
    <dgm:pt modelId="{B06B392E-5EBB-46A4-B76A-AAFDED2038A5}">
      <dgm:prSet/>
      <dgm:spPr/>
      <dgm:t>
        <a:bodyPr/>
        <a:lstStyle/>
        <a:p>
          <a:r>
            <a:rPr lang="en-US"/>
            <a:t>Analytics &amp; reports</a:t>
          </a:r>
        </a:p>
      </dgm:t>
    </dgm:pt>
    <dgm:pt modelId="{0D6ABCF6-9CBC-4798-8FB6-9D8635247E26}" type="parTrans" cxnId="{39C2680C-0AA2-4DC6-B5BA-5D977EA6D189}">
      <dgm:prSet/>
      <dgm:spPr/>
      <dgm:t>
        <a:bodyPr/>
        <a:lstStyle/>
        <a:p>
          <a:endParaRPr lang="en-US"/>
        </a:p>
      </dgm:t>
    </dgm:pt>
    <dgm:pt modelId="{5C154DF0-5B72-474B-AABE-B071D858CA03}" type="sibTrans" cxnId="{39C2680C-0AA2-4DC6-B5BA-5D977EA6D189}">
      <dgm:prSet/>
      <dgm:spPr/>
      <dgm:t>
        <a:bodyPr/>
        <a:lstStyle/>
        <a:p>
          <a:endParaRPr lang="en-US"/>
        </a:p>
      </dgm:t>
    </dgm:pt>
    <dgm:pt modelId="{60C1CFBF-49B3-2543-8F35-89F9C8A8D90A}" type="pres">
      <dgm:prSet presAssocID="{973DDEC4-55CB-473D-9AD2-3D8F347271E6}" presName="linear" presStyleCnt="0">
        <dgm:presLayoutVars>
          <dgm:animLvl val="lvl"/>
          <dgm:resizeHandles val="exact"/>
        </dgm:presLayoutVars>
      </dgm:prSet>
      <dgm:spPr/>
    </dgm:pt>
    <dgm:pt modelId="{C9ADB52F-55CD-934C-AC32-7F10F89D1B9C}" type="pres">
      <dgm:prSet presAssocID="{C7B929A6-DB68-43A6-BEE7-685BC25A129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67401E6-F0BA-FA40-8374-B179DC4B8A8A}" type="pres">
      <dgm:prSet presAssocID="{D13995D6-8FAC-4525-9ED5-3B6B57F235D1}" presName="spacer" presStyleCnt="0"/>
      <dgm:spPr/>
    </dgm:pt>
    <dgm:pt modelId="{B3AE7414-56B4-D049-B250-1DFEF5D01089}" type="pres">
      <dgm:prSet presAssocID="{825B326B-522E-47B6-80A4-F7CD7B422A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B94439-1EE0-E34B-9CED-8D58BD37B9D4}" type="pres">
      <dgm:prSet presAssocID="{CBFC8EBD-4CB7-45C6-838E-09364A5E90A7}" presName="spacer" presStyleCnt="0"/>
      <dgm:spPr/>
    </dgm:pt>
    <dgm:pt modelId="{42BDB2FE-4EA7-3543-A335-A1B56F612312}" type="pres">
      <dgm:prSet presAssocID="{C353FC1F-753D-4E3D-ACB2-C89414E3C1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B914416-5DBB-8A40-A668-92DAC5B38EE7}" type="pres">
      <dgm:prSet presAssocID="{FA49E0EF-278D-4F19-82A5-DEC755F14170}" presName="spacer" presStyleCnt="0"/>
      <dgm:spPr/>
    </dgm:pt>
    <dgm:pt modelId="{AFDFC0EA-6918-6240-9402-FEFD2DB996C8}" type="pres">
      <dgm:prSet presAssocID="{B06B392E-5EBB-46A4-B76A-AAFDED2038A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9C2680C-0AA2-4DC6-B5BA-5D977EA6D189}" srcId="{973DDEC4-55CB-473D-9AD2-3D8F347271E6}" destId="{B06B392E-5EBB-46A4-B76A-AAFDED2038A5}" srcOrd="3" destOrd="0" parTransId="{0D6ABCF6-9CBC-4798-8FB6-9D8635247E26}" sibTransId="{5C154DF0-5B72-474B-AABE-B071D858CA03}"/>
    <dgm:cxn modelId="{3C035344-29E9-4D29-828C-278628A93BF2}" srcId="{973DDEC4-55CB-473D-9AD2-3D8F347271E6}" destId="{825B326B-522E-47B6-80A4-F7CD7B422A22}" srcOrd="1" destOrd="0" parTransId="{AF7675B4-1036-4D7F-8F79-65D193A391A1}" sibTransId="{CBFC8EBD-4CB7-45C6-838E-09364A5E90A7}"/>
    <dgm:cxn modelId="{19618583-812F-1C4D-95E5-A59640400AB2}" type="presOf" srcId="{C353FC1F-753D-4E3D-ACB2-C89414E3C1E0}" destId="{42BDB2FE-4EA7-3543-A335-A1B56F612312}" srcOrd="0" destOrd="0" presId="urn:microsoft.com/office/officeart/2005/8/layout/vList2"/>
    <dgm:cxn modelId="{A369D38D-8FAD-3D48-8570-2DEE21C539CD}" type="presOf" srcId="{825B326B-522E-47B6-80A4-F7CD7B422A22}" destId="{B3AE7414-56B4-D049-B250-1DFEF5D01089}" srcOrd="0" destOrd="0" presId="urn:microsoft.com/office/officeart/2005/8/layout/vList2"/>
    <dgm:cxn modelId="{3E72F496-7374-47F2-B1A4-B121C18D5BA9}" srcId="{973DDEC4-55CB-473D-9AD2-3D8F347271E6}" destId="{C7B929A6-DB68-43A6-BEE7-685BC25A129B}" srcOrd="0" destOrd="0" parTransId="{386D878E-548E-45A9-A7C9-AA52DC9564EF}" sibTransId="{D13995D6-8FAC-4525-9ED5-3B6B57F235D1}"/>
    <dgm:cxn modelId="{9B565CA5-20AF-3144-BA7F-AFC0058B9D12}" type="presOf" srcId="{B06B392E-5EBB-46A4-B76A-AAFDED2038A5}" destId="{AFDFC0EA-6918-6240-9402-FEFD2DB996C8}" srcOrd="0" destOrd="0" presId="urn:microsoft.com/office/officeart/2005/8/layout/vList2"/>
    <dgm:cxn modelId="{D364D2B3-A7EC-A142-A200-932855F393BF}" type="presOf" srcId="{973DDEC4-55CB-473D-9AD2-3D8F347271E6}" destId="{60C1CFBF-49B3-2543-8F35-89F9C8A8D90A}" srcOrd="0" destOrd="0" presId="urn:microsoft.com/office/officeart/2005/8/layout/vList2"/>
    <dgm:cxn modelId="{1BFFA6DE-1348-4B55-A500-0B36A8491D77}" srcId="{973DDEC4-55CB-473D-9AD2-3D8F347271E6}" destId="{C353FC1F-753D-4E3D-ACB2-C89414E3C1E0}" srcOrd="2" destOrd="0" parTransId="{BAC95F44-BF57-4732-8851-2DB4B152C8E5}" sibTransId="{FA49E0EF-278D-4F19-82A5-DEC755F14170}"/>
    <dgm:cxn modelId="{F4AE1DF7-1208-544B-B0F2-E4D9087A4B0F}" type="presOf" srcId="{C7B929A6-DB68-43A6-BEE7-685BC25A129B}" destId="{C9ADB52F-55CD-934C-AC32-7F10F89D1B9C}" srcOrd="0" destOrd="0" presId="urn:microsoft.com/office/officeart/2005/8/layout/vList2"/>
    <dgm:cxn modelId="{9E02F15F-24DA-A647-A925-C646B3642CDC}" type="presParOf" srcId="{60C1CFBF-49B3-2543-8F35-89F9C8A8D90A}" destId="{C9ADB52F-55CD-934C-AC32-7F10F89D1B9C}" srcOrd="0" destOrd="0" presId="urn:microsoft.com/office/officeart/2005/8/layout/vList2"/>
    <dgm:cxn modelId="{3A599B8A-2FB2-2B43-9B12-82A5DEEFFA05}" type="presParOf" srcId="{60C1CFBF-49B3-2543-8F35-89F9C8A8D90A}" destId="{F67401E6-F0BA-FA40-8374-B179DC4B8A8A}" srcOrd="1" destOrd="0" presId="urn:microsoft.com/office/officeart/2005/8/layout/vList2"/>
    <dgm:cxn modelId="{738C7F98-EE62-454A-8EA5-ED37799DEA15}" type="presParOf" srcId="{60C1CFBF-49B3-2543-8F35-89F9C8A8D90A}" destId="{B3AE7414-56B4-D049-B250-1DFEF5D01089}" srcOrd="2" destOrd="0" presId="urn:microsoft.com/office/officeart/2005/8/layout/vList2"/>
    <dgm:cxn modelId="{B8135A18-F5F5-534C-BA9F-72D8F07A17A6}" type="presParOf" srcId="{60C1CFBF-49B3-2543-8F35-89F9C8A8D90A}" destId="{0DB94439-1EE0-E34B-9CED-8D58BD37B9D4}" srcOrd="3" destOrd="0" presId="urn:microsoft.com/office/officeart/2005/8/layout/vList2"/>
    <dgm:cxn modelId="{D390C15B-DA96-D54E-AEEB-AEE3D2CA8529}" type="presParOf" srcId="{60C1CFBF-49B3-2543-8F35-89F9C8A8D90A}" destId="{42BDB2FE-4EA7-3543-A335-A1B56F612312}" srcOrd="4" destOrd="0" presId="urn:microsoft.com/office/officeart/2005/8/layout/vList2"/>
    <dgm:cxn modelId="{0F6FC203-0286-E747-9297-13351217291D}" type="presParOf" srcId="{60C1CFBF-49B3-2543-8F35-89F9C8A8D90A}" destId="{AB914416-5DBB-8A40-A668-92DAC5B38EE7}" srcOrd="5" destOrd="0" presId="urn:microsoft.com/office/officeart/2005/8/layout/vList2"/>
    <dgm:cxn modelId="{CE9EF023-58D9-714D-9DF7-5F182009F200}" type="presParOf" srcId="{60C1CFBF-49B3-2543-8F35-89F9C8A8D90A}" destId="{AFDFC0EA-6918-6240-9402-FEFD2DB996C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676896C-15D4-46F2-9CFA-112157A793F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BBCE9CE-524C-4FA2-A5FF-C8077DB6B8D5}">
      <dgm:prSet/>
      <dgm:spPr/>
      <dgm:t>
        <a:bodyPr/>
        <a:lstStyle/>
        <a:p>
          <a:r>
            <a:rPr lang="en-US"/>
            <a:t>ERD: Students, Professors, Tasks, Locations</a:t>
          </a:r>
        </a:p>
      </dgm:t>
    </dgm:pt>
    <dgm:pt modelId="{392BCFC5-9D60-4A8C-B317-BA3DD23FF8EB}" type="parTrans" cxnId="{35B53C0A-D59B-4B6F-A2AD-2C2A14A8DC76}">
      <dgm:prSet/>
      <dgm:spPr/>
      <dgm:t>
        <a:bodyPr/>
        <a:lstStyle/>
        <a:p>
          <a:endParaRPr lang="en-US"/>
        </a:p>
      </dgm:t>
    </dgm:pt>
    <dgm:pt modelId="{0C872EDC-F440-413F-A8F3-343C232A59C8}" type="sibTrans" cxnId="{35B53C0A-D59B-4B6F-A2AD-2C2A14A8DC76}">
      <dgm:prSet/>
      <dgm:spPr/>
      <dgm:t>
        <a:bodyPr/>
        <a:lstStyle/>
        <a:p>
          <a:endParaRPr lang="en-US"/>
        </a:p>
      </dgm:t>
    </dgm:pt>
    <dgm:pt modelId="{AAE2FE31-C957-41A5-946C-4293AEEFB407}">
      <dgm:prSet/>
      <dgm:spPr/>
      <dgm:t>
        <a:bodyPr/>
        <a:lstStyle/>
        <a:p>
          <a:r>
            <a:rPr lang="en-US"/>
            <a:t>Data Flow: Login → Dashboard → Task Management</a:t>
          </a:r>
        </a:p>
      </dgm:t>
    </dgm:pt>
    <dgm:pt modelId="{A5D286DE-B18A-41CD-BC85-83ACAD40FF22}" type="parTrans" cxnId="{655F260D-873A-42A3-8E1C-0B8B6C46DC38}">
      <dgm:prSet/>
      <dgm:spPr/>
      <dgm:t>
        <a:bodyPr/>
        <a:lstStyle/>
        <a:p>
          <a:endParaRPr lang="en-US"/>
        </a:p>
      </dgm:t>
    </dgm:pt>
    <dgm:pt modelId="{300089A3-6627-4C57-ABDF-DE0955ED0F40}" type="sibTrans" cxnId="{655F260D-873A-42A3-8E1C-0B8B6C46DC38}">
      <dgm:prSet/>
      <dgm:spPr/>
      <dgm:t>
        <a:bodyPr/>
        <a:lstStyle/>
        <a:p>
          <a:endParaRPr lang="en-US"/>
        </a:p>
      </dgm:t>
    </dgm:pt>
    <dgm:pt modelId="{41665970-4286-FD43-A60F-3DE5376C162E}" type="pres">
      <dgm:prSet presAssocID="{D676896C-15D4-46F2-9CFA-112157A793F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5BDFC32-66C5-8B46-AFA8-27B81168072E}" type="pres">
      <dgm:prSet presAssocID="{EBBCE9CE-524C-4FA2-A5FF-C8077DB6B8D5}" presName="hierRoot1" presStyleCnt="0"/>
      <dgm:spPr/>
    </dgm:pt>
    <dgm:pt modelId="{A8E78EE7-B0E7-7C46-B30B-D32AF5F5B6CD}" type="pres">
      <dgm:prSet presAssocID="{EBBCE9CE-524C-4FA2-A5FF-C8077DB6B8D5}" presName="composite" presStyleCnt="0"/>
      <dgm:spPr/>
    </dgm:pt>
    <dgm:pt modelId="{2BB9AA1B-5B01-9440-9823-17842AF337A1}" type="pres">
      <dgm:prSet presAssocID="{EBBCE9CE-524C-4FA2-A5FF-C8077DB6B8D5}" presName="background" presStyleLbl="node0" presStyleIdx="0" presStyleCnt="2"/>
      <dgm:spPr/>
    </dgm:pt>
    <dgm:pt modelId="{7E29673E-AF3B-F845-97B7-E9591D1FEDC2}" type="pres">
      <dgm:prSet presAssocID="{EBBCE9CE-524C-4FA2-A5FF-C8077DB6B8D5}" presName="text" presStyleLbl="fgAcc0" presStyleIdx="0" presStyleCnt="2">
        <dgm:presLayoutVars>
          <dgm:chPref val="3"/>
        </dgm:presLayoutVars>
      </dgm:prSet>
      <dgm:spPr/>
    </dgm:pt>
    <dgm:pt modelId="{44021E80-96F3-D14E-9C7F-0186C85D02D1}" type="pres">
      <dgm:prSet presAssocID="{EBBCE9CE-524C-4FA2-A5FF-C8077DB6B8D5}" presName="hierChild2" presStyleCnt="0"/>
      <dgm:spPr/>
    </dgm:pt>
    <dgm:pt modelId="{752758E4-39F5-3A41-BE24-F7ADC31CD4F4}" type="pres">
      <dgm:prSet presAssocID="{AAE2FE31-C957-41A5-946C-4293AEEFB407}" presName="hierRoot1" presStyleCnt="0"/>
      <dgm:spPr/>
    </dgm:pt>
    <dgm:pt modelId="{1C4B473A-6D19-4444-8E33-4EE0FC7FBE47}" type="pres">
      <dgm:prSet presAssocID="{AAE2FE31-C957-41A5-946C-4293AEEFB407}" presName="composite" presStyleCnt="0"/>
      <dgm:spPr/>
    </dgm:pt>
    <dgm:pt modelId="{C323926D-8262-AB44-BD3A-BC0E22008B2B}" type="pres">
      <dgm:prSet presAssocID="{AAE2FE31-C957-41A5-946C-4293AEEFB407}" presName="background" presStyleLbl="node0" presStyleIdx="1" presStyleCnt="2"/>
      <dgm:spPr/>
    </dgm:pt>
    <dgm:pt modelId="{3AB59D8F-A555-A544-8057-AD35CC11DBA8}" type="pres">
      <dgm:prSet presAssocID="{AAE2FE31-C957-41A5-946C-4293AEEFB407}" presName="text" presStyleLbl="fgAcc0" presStyleIdx="1" presStyleCnt="2">
        <dgm:presLayoutVars>
          <dgm:chPref val="3"/>
        </dgm:presLayoutVars>
      </dgm:prSet>
      <dgm:spPr/>
    </dgm:pt>
    <dgm:pt modelId="{A440BC2C-C81F-2B40-B640-66E3C7EE65E8}" type="pres">
      <dgm:prSet presAssocID="{AAE2FE31-C957-41A5-946C-4293AEEFB407}" presName="hierChild2" presStyleCnt="0"/>
      <dgm:spPr/>
    </dgm:pt>
  </dgm:ptLst>
  <dgm:cxnLst>
    <dgm:cxn modelId="{35B53C0A-D59B-4B6F-A2AD-2C2A14A8DC76}" srcId="{D676896C-15D4-46F2-9CFA-112157A793F5}" destId="{EBBCE9CE-524C-4FA2-A5FF-C8077DB6B8D5}" srcOrd="0" destOrd="0" parTransId="{392BCFC5-9D60-4A8C-B317-BA3DD23FF8EB}" sibTransId="{0C872EDC-F440-413F-A8F3-343C232A59C8}"/>
    <dgm:cxn modelId="{655F260D-873A-42A3-8E1C-0B8B6C46DC38}" srcId="{D676896C-15D4-46F2-9CFA-112157A793F5}" destId="{AAE2FE31-C957-41A5-946C-4293AEEFB407}" srcOrd="1" destOrd="0" parTransId="{A5D286DE-B18A-41CD-BC85-83ACAD40FF22}" sibTransId="{300089A3-6627-4C57-ABDF-DE0955ED0F40}"/>
    <dgm:cxn modelId="{EE082865-125D-0744-AF7D-5B944376D018}" type="presOf" srcId="{EBBCE9CE-524C-4FA2-A5FF-C8077DB6B8D5}" destId="{7E29673E-AF3B-F845-97B7-E9591D1FEDC2}" srcOrd="0" destOrd="0" presId="urn:microsoft.com/office/officeart/2005/8/layout/hierarchy1"/>
    <dgm:cxn modelId="{D93FD073-5BC5-3A41-A86F-01BCA944A8C1}" type="presOf" srcId="{AAE2FE31-C957-41A5-946C-4293AEEFB407}" destId="{3AB59D8F-A555-A544-8057-AD35CC11DBA8}" srcOrd="0" destOrd="0" presId="urn:microsoft.com/office/officeart/2005/8/layout/hierarchy1"/>
    <dgm:cxn modelId="{CE1F71E4-3A29-8240-8172-93F7B73AED63}" type="presOf" srcId="{D676896C-15D4-46F2-9CFA-112157A793F5}" destId="{41665970-4286-FD43-A60F-3DE5376C162E}" srcOrd="0" destOrd="0" presId="urn:microsoft.com/office/officeart/2005/8/layout/hierarchy1"/>
    <dgm:cxn modelId="{B0AAAA93-A141-3743-812A-532083D72723}" type="presParOf" srcId="{41665970-4286-FD43-A60F-3DE5376C162E}" destId="{35BDFC32-66C5-8B46-AFA8-27B81168072E}" srcOrd="0" destOrd="0" presId="urn:microsoft.com/office/officeart/2005/8/layout/hierarchy1"/>
    <dgm:cxn modelId="{ED66A9F8-28F0-FE4A-8C8E-91940EF46F67}" type="presParOf" srcId="{35BDFC32-66C5-8B46-AFA8-27B81168072E}" destId="{A8E78EE7-B0E7-7C46-B30B-D32AF5F5B6CD}" srcOrd="0" destOrd="0" presId="urn:microsoft.com/office/officeart/2005/8/layout/hierarchy1"/>
    <dgm:cxn modelId="{620F08AB-6DEF-4B4C-A2E6-32798A2C05E8}" type="presParOf" srcId="{A8E78EE7-B0E7-7C46-B30B-D32AF5F5B6CD}" destId="{2BB9AA1B-5B01-9440-9823-17842AF337A1}" srcOrd="0" destOrd="0" presId="urn:microsoft.com/office/officeart/2005/8/layout/hierarchy1"/>
    <dgm:cxn modelId="{E19DB4AF-F011-E245-9CA5-16D3616D989D}" type="presParOf" srcId="{A8E78EE7-B0E7-7C46-B30B-D32AF5F5B6CD}" destId="{7E29673E-AF3B-F845-97B7-E9591D1FEDC2}" srcOrd="1" destOrd="0" presId="urn:microsoft.com/office/officeart/2005/8/layout/hierarchy1"/>
    <dgm:cxn modelId="{C1FA0E3C-14E5-CA4A-B64B-1DED3B650A32}" type="presParOf" srcId="{35BDFC32-66C5-8B46-AFA8-27B81168072E}" destId="{44021E80-96F3-D14E-9C7F-0186C85D02D1}" srcOrd="1" destOrd="0" presId="urn:microsoft.com/office/officeart/2005/8/layout/hierarchy1"/>
    <dgm:cxn modelId="{38B7252E-D2F1-B64B-9208-CC528A311D20}" type="presParOf" srcId="{41665970-4286-FD43-A60F-3DE5376C162E}" destId="{752758E4-39F5-3A41-BE24-F7ADC31CD4F4}" srcOrd="1" destOrd="0" presId="urn:microsoft.com/office/officeart/2005/8/layout/hierarchy1"/>
    <dgm:cxn modelId="{74AC49B7-CC44-9B49-922F-587C5D3D1291}" type="presParOf" srcId="{752758E4-39F5-3A41-BE24-F7ADC31CD4F4}" destId="{1C4B473A-6D19-4444-8E33-4EE0FC7FBE47}" srcOrd="0" destOrd="0" presId="urn:microsoft.com/office/officeart/2005/8/layout/hierarchy1"/>
    <dgm:cxn modelId="{A6944339-1659-BA42-8C26-59878BC0F220}" type="presParOf" srcId="{1C4B473A-6D19-4444-8E33-4EE0FC7FBE47}" destId="{C323926D-8262-AB44-BD3A-BC0E22008B2B}" srcOrd="0" destOrd="0" presId="urn:microsoft.com/office/officeart/2005/8/layout/hierarchy1"/>
    <dgm:cxn modelId="{1B4D4DD5-9CA4-8B46-B3D9-6D0124275C4B}" type="presParOf" srcId="{1C4B473A-6D19-4444-8E33-4EE0FC7FBE47}" destId="{3AB59D8F-A555-A544-8057-AD35CC11DBA8}" srcOrd="1" destOrd="0" presId="urn:microsoft.com/office/officeart/2005/8/layout/hierarchy1"/>
    <dgm:cxn modelId="{F4A14ACD-67BC-C743-A820-EFB40EB203D5}" type="presParOf" srcId="{752758E4-39F5-3A41-BE24-F7ADC31CD4F4}" destId="{A440BC2C-C81F-2B40-B640-66E3C7EE65E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0754AC8-64E7-45A7-AC36-0D78E6C47068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29BCE9A-8E04-41FA-9893-B4B265AA391E}">
      <dgm:prSet/>
      <dgm:spPr/>
      <dgm:t>
        <a:bodyPr/>
        <a:lstStyle/>
        <a:p>
          <a:r>
            <a:rPr lang="en-US"/>
            <a:t>Visual Studio 2022, .NET 8</a:t>
          </a:r>
        </a:p>
      </dgm:t>
    </dgm:pt>
    <dgm:pt modelId="{29078EF9-0CB0-41D6-B07D-ABE1D0520E08}" type="parTrans" cxnId="{3C137405-5C22-4FF6-87C8-B37C761D078C}">
      <dgm:prSet/>
      <dgm:spPr/>
      <dgm:t>
        <a:bodyPr/>
        <a:lstStyle/>
        <a:p>
          <a:endParaRPr lang="en-US"/>
        </a:p>
      </dgm:t>
    </dgm:pt>
    <dgm:pt modelId="{74DE7F2E-969C-4799-BC65-E714219468E5}" type="sibTrans" cxnId="{3C137405-5C22-4FF6-87C8-B37C761D078C}">
      <dgm:prSet/>
      <dgm:spPr/>
      <dgm:t>
        <a:bodyPr/>
        <a:lstStyle/>
        <a:p>
          <a:endParaRPr lang="en-US"/>
        </a:p>
      </dgm:t>
    </dgm:pt>
    <dgm:pt modelId="{B4034CE3-DC6B-486C-9788-18F513113DB0}">
      <dgm:prSet/>
      <dgm:spPr/>
      <dgm:t>
        <a:bodyPr/>
        <a:lstStyle/>
        <a:p>
          <a:r>
            <a:rPr lang="en-US"/>
            <a:t>C# Razor Pages</a:t>
          </a:r>
        </a:p>
      </dgm:t>
    </dgm:pt>
    <dgm:pt modelId="{8BA51A64-3CC0-4EE7-A326-F87FA72E0096}" type="parTrans" cxnId="{1A420831-C4F9-451A-B25F-71463F11D938}">
      <dgm:prSet/>
      <dgm:spPr/>
      <dgm:t>
        <a:bodyPr/>
        <a:lstStyle/>
        <a:p>
          <a:endParaRPr lang="en-US"/>
        </a:p>
      </dgm:t>
    </dgm:pt>
    <dgm:pt modelId="{98A1C870-25C2-4766-A448-FA94C0F41E01}" type="sibTrans" cxnId="{1A420831-C4F9-451A-B25F-71463F11D938}">
      <dgm:prSet/>
      <dgm:spPr/>
      <dgm:t>
        <a:bodyPr/>
        <a:lstStyle/>
        <a:p>
          <a:endParaRPr lang="en-US"/>
        </a:p>
      </dgm:t>
    </dgm:pt>
    <dgm:pt modelId="{6F3FC1F0-E48B-4E99-B95D-0E13B5FA13B4}">
      <dgm:prSet/>
      <dgm:spPr/>
      <dgm:t>
        <a:bodyPr/>
        <a:lstStyle/>
        <a:p>
          <a:r>
            <a:rPr lang="en-US"/>
            <a:t>GitHub version control</a:t>
          </a:r>
        </a:p>
      </dgm:t>
    </dgm:pt>
    <dgm:pt modelId="{CCC6C11D-B137-4C50-8C6F-2D5D67DA8549}" type="parTrans" cxnId="{62636FF4-A469-4384-BE04-70E049134C98}">
      <dgm:prSet/>
      <dgm:spPr/>
      <dgm:t>
        <a:bodyPr/>
        <a:lstStyle/>
        <a:p>
          <a:endParaRPr lang="en-US"/>
        </a:p>
      </dgm:t>
    </dgm:pt>
    <dgm:pt modelId="{2C3825B7-894D-43DD-8AFC-8F70E2D05462}" type="sibTrans" cxnId="{62636FF4-A469-4384-BE04-70E049134C98}">
      <dgm:prSet/>
      <dgm:spPr/>
      <dgm:t>
        <a:bodyPr/>
        <a:lstStyle/>
        <a:p>
          <a:endParaRPr lang="en-US"/>
        </a:p>
      </dgm:t>
    </dgm:pt>
    <dgm:pt modelId="{7DB74189-5E83-42FD-B2D3-6CC0173562BD}">
      <dgm:prSet/>
      <dgm:spPr/>
      <dgm:t>
        <a:bodyPr/>
        <a:lstStyle/>
        <a:p>
          <a:r>
            <a:rPr lang="en-US"/>
            <a:t>Localhost mock testing</a:t>
          </a:r>
        </a:p>
      </dgm:t>
    </dgm:pt>
    <dgm:pt modelId="{830F0B4E-61F3-42C6-835F-264CD40178AA}" type="parTrans" cxnId="{8F02FB1E-1447-4AEA-9EE5-98BEDC935971}">
      <dgm:prSet/>
      <dgm:spPr/>
      <dgm:t>
        <a:bodyPr/>
        <a:lstStyle/>
        <a:p>
          <a:endParaRPr lang="en-US"/>
        </a:p>
      </dgm:t>
    </dgm:pt>
    <dgm:pt modelId="{8F001610-C7E5-4331-953B-971D83B54685}" type="sibTrans" cxnId="{8F02FB1E-1447-4AEA-9EE5-98BEDC935971}">
      <dgm:prSet/>
      <dgm:spPr/>
      <dgm:t>
        <a:bodyPr/>
        <a:lstStyle/>
        <a:p>
          <a:endParaRPr lang="en-US"/>
        </a:p>
      </dgm:t>
    </dgm:pt>
    <dgm:pt modelId="{63F1C50E-EEFF-419B-9CCD-8297B70A3DF4}">
      <dgm:prSet/>
      <dgm:spPr/>
      <dgm:t>
        <a:bodyPr/>
        <a:lstStyle/>
        <a:p>
          <a:r>
            <a:rPr lang="en-US"/>
            <a:t>HTML, CSS, and Javascript</a:t>
          </a:r>
        </a:p>
      </dgm:t>
    </dgm:pt>
    <dgm:pt modelId="{BFD41B4E-086C-4FF0-98AE-21B0020B04BB}" type="parTrans" cxnId="{A60C748C-F307-4A37-A778-5FCF2F25B898}">
      <dgm:prSet/>
      <dgm:spPr/>
      <dgm:t>
        <a:bodyPr/>
        <a:lstStyle/>
        <a:p>
          <a:endParaRPr lang="en-US"/>
        </a:p>
      </dgm:t>
    </dgm:pt>
    <dgm:pt modelId="{CFABD69D-DF08-4158-AF41-5A70B68F4753}" type="sibTrans" cxnId="{A60C748C-F307-4A37-A778-5FCF2F25B898}">
      <dgm:prSet/>
      <dgm:spPr/>
      <dgm:t>
        <a:bodyPr/>
        <a:lstStyle/>
        <a:p>
          <a:endParaRPr lang="en-US"/>
        </a:p>
      </dgm:t>
    </dgm:pt>
    <dgm:pt modelId="{C9D7CEAB-C61F-41B4-8532-72202A5F0355}">
      <dgm:prSet phldr="0"/>
      <dgm:spPr/>
      <dgm:t>
        <a:bodyPr/>
        <a:lstStyle/>
        <a:p>
          <a:pPr rtl="0"/>
          <a:r>
            <a:rPr lang="en-US">
              <a:latin typeface="Calibri"/>
            </a:rPr>
            <a:t>SQLite</a:t>
          </a:r>
        </a:p>
      </dgm:t>
    </dgm:pt>
    <dgm:pt modelId="{63EA2FD7-B0BD-4069-9B83-EA2579B6CB94}" type="parTrans" cxnId="{EEE11083-106E-4A86-9E61-AC962F7EF06A}">
      <dgm:prSet/>
      <dgm:spPr/>
    </dgm:pt>
    <dgm:pt modelId="{918F8461-A9C7-44A9-9641-4AF8022D8373}" type="sibTrans" cxnId="{EEE11083-106E-4A86-9E61-AC962F7EF06A}">
      <dgm:prSet/>
      <dgm:spPr/>
    </dgm:pt>
    <dgm:pt modelId="{26601566-4081-E141-97D6-BC45B22B3910}" type="pres">
      <dgm:prSet presAssocID="{A0754AC8-64E7-45A7-AC36-0D78E6C47068}" presName="diagram" presStyleCnt="0">
        <dgm:presLayoutVars>
          <dgm:dir/>
          <dgm:resizeHandles val="exact"/>
        </dgm:presLayoutVars>
      </dgm:prSet>
      <dgm:spPr/>
    </dgm:pt>
    <dgm:pt modelId="{72594FDC-5925-4D45-81F4-8D76DDD285FB}" type="pres">
      <dgm:prSet presAssocID="{E29BCE9A-8E04-41FA-9893-B4B265AA391E}" presName="node" presStyleLbl="node1" presStyleIdx="0" presStyleCnt="6">
        <dgm:presLayoutVars>
          <dgm:bulletEnabled val="1"/>
        </dgm:presLayoutVars>
      </dgm:prSet>
      <dgm:spPr/>
    </dgm:pt>
    <dgm:pt modelId="{B8F564D5-D70D-AC4F-A14A-3952E16006AF}" type="pres">
      <dgm:prSet presAssocID="{74DE7F2E-969C-4799-BC65-E714219468E5}" presName="sibTrans" presStyleCnt="0"/>
      <dgm:spPr/>
    </dgm:pt>
    <dgm:pt modelId="{E91CB619-E69F-CD4B-A0ED-DE830B8580AA}" type="pres">
      <dgm:prSet presAssocID="{B4034CE3-DC6B-486C-9788-18F513113DB0}" presName="node" presStyleLbl="node1" presStyleIdx="1" presStyleCnt="6">
        <dgm:presLayoutVars>
          <dgm:bulletEnabled val="1"/>
        </dgm:presLayoutVars>
      </dgm:prSet>
      <dgm:spPr/>
    </dgm:pt>
    <dgm:pt modelId="{2E05E90B-6C76-024C-8B54-D87CEF164F14}" type="pres">
      <dgm:prSet presAssocID="{98A1C870-25C2-4766-A448-FA94C0F41E01}" presName="sibTrans" presStyleCnt="0"/>
      <dgm:spPr/>
    </dgm:pt>
    <dgm:pt modelId="{AB028E7A-D8EC-4D61-8527-6A7C766406D8}" type="pres">
      <dgm:prSet presAssocID="{C9D7CEAB-C61F-41B4-8532-72202A5F0355}" presName="node" presStyleLbl="node1" presStyleIdx="2" presStyleCnt="6">
        <dgm:presLayoutVars>
          <dgm:bulletEnabled val="1"/>
        </dgm:presLayoutVars>
      </dgm:prSet>
      <dgm:spPr/>
    </dgm:pt>
    <dgm:pt modelId="{D6437930-4CD3-4605-B655-D779E0293E93}" type="pres">
      <dgm:prSet presAssocID="{918F8461-A9C7-44A9-9641-4AF8022D8373}" presName="sibTrans" presStyleCnt="0"/>
      <dgm:spPr/>
    </dgm:pt>
    <dgm:pt modelId="{B1F5A190-AE46-5041-AF33-E04904CDD8CE}" type="pres">
      <dgm:prSet presAssocID="{6F3FC1F0-E48B-4E99-B95D-0E13B5FA13B4}" presName="node" presStyleLbl="node1" presStyleIdx="3" presStyleCnt="6">
        <dgm:presLayoutVars>
          <dgm:bulletEnabled val="1"/>
        </dgm:presLayoutVars>
      </dgm:prSet>
      <dgm:spPr/>
    </dgm:pt>
    <dgm:pt modelId="{226F139A-4C6D-D045-804E-EA91026F7BD5}" type="pres">
      <dgm:prSet presAssocID="{2C3825B7-894D-43DD-8AFC-8F70E2D05462}" presName="sibTrans" presStyleCnt="0"/>
      <dgm:spPr/>
    </dgm:pt>
    <dgm:pt modelId="{9AA60033-FECC-5942-9370-E05F439949CB}" type="pres">
      <dgm:prSet presAssocID="{7DB74189-5E83-42FD-B2D3-6CC0173562BD}" presName="node" presStyleLbl="node1" presStyleIdx="4" presStyleCnt="6">
        <dgm:presLayoutVars>
          <dgm:bulletEnabled val="1"/>
        </dgm:presLayoutVars>
      </dgm:prSet>
      <dgm:spPr/>
    </dgm:pt>
    <dgm:pt modelId="{232CC39E-B16D-3D43-BA5D-0B0BF1513A2E}" type="pres">
      <dgm:prSet presAssocID="{8F001610-C7E5-4331-953B-971D83B54685}" presName="sibTrans" presStyleCnt="0"/>
      <dgm:spPr/>
    </dgm:pt>
    <dgm:pt modelId="{292D5119-3040-7C4C-9F73-1ACEBA3C5DCB}" type="pres">
      <dgm:prSet presAssocID="{63F1C50E-EEFF-419B-9CCD-8297B70A3DF4}" presName="node" presStyleLbl="node1" presStyleIdx="5" presStyleCnt="6">
        <dgm:presLayoutVars>
          <dgm:bulletEnabled val="1"/>
        </dgm:presLayoutVars>
      </dgm:prSet>
      <dgm:spPr/>
    </dgm:pt>
  </dgm:ptLst>
  <dgm:cxnLst>
    <dgm:cxn modelId="{3C137405-5C22-4FF6-87C8-B37C761D078C}" srcId="{A0754AC8-64E7-45A7-AC36-0D78E6C47068}" destId="{E29BCE9A-8E04-41FA-9893-B4B265AA391E}" srcOrd="0" destOrd="0" parTransId="{29078EF9-0CB0-41D6-B07D-ABE1D0520E08}" sibTransId="{74DE7F2E-969C-4799-BC65-E714219468E5}"/>
    <dgm:cxn modelId="{4AB28F0F-0536-9342-9778-0CA6F4904D4D}" type="presOf" srcId="{63F1C50E-EEFF-419B-9CCD-8297B70A3DF4}" destId="{292D5119-3040-7C4C-9F73-1ACEBA3C5DCB}" srcOrd="0" destOrd="0" presId="urn:microsoft.com/office/officeart/2005/8/layout/default"/>
    <dgm:cxn modelId="{8F02FB1E-1447-4AEA-9EE5-98BEDC935971}" srcId="{A0754AC8-64E7-45A7-AC36-0D78E6C47068}" destId="{7DB74189-5E83-42FD-B2D3-6CC0173562BD}" srcOrd="4" destOrd="0" parTransId="{830F0B4E-61F3-42C6-835F-264CD40178AA}" sibTransId="{8F001610-C7E5-4331-953B-971D83B54685}"/>
    <dgm:cxn modelId="{1A420831-C4F9-451A-B25F-71463F11D938}" srcId="{A0754AC8-64E7-45A7-AC36-0D78E6C47068}" destId="{B4034CE3-DC6B-486C-9788-18F513113DB0}" srcOrd="1" destOrd="0" parTransId="{8BA51A64-3CC0-4EE7-A326-F87FA72E0096}" sibTransId="{98A1C870-25C2-4766-A448-FA94C0F41E01}"/>
    <dgm:cxn modelId="{E0445232-C79D-7843-9A1C-2C139D7183E4}" type="presOf" srcId="{7DB74189-5E83-42FD-B2D3-6CC0173562BD}" destId="{9AA60033-FECC-5942-9370-E05F439949CB}" srcOrd="0" destOrd="0" presId="urn:microsoft.com/office/officeart/2005/8/layout/default"/>
    <dgm:cxn modelId="{6434BB64-FAAB-42C7-8124-48994A7AD08B}" type="presOf" srcId="{C9D7CEAB-C61F-41B4-8532-72202A5F0355}" destId="{AB028E7A-D8EC-4D61-8527-6A7C766406D8}" srcOrd="0" destOrd="0" presId="urn:microsoft.com/office/officeart/2005/8/layout/default"/>
    <dgm:cxn modelId="{94593776-840E-1546-8567-B612DA7305F2}" type="presOf" srcId="{A0754AC8-64E7-45A7-AC36-0D78E6C47068}" destId="{26601566-4081-E141-97D6-BC45B22B3910}" srcOrd="0" destOrd="0" presId="urn:microsoft.com/office/officeart/2005/8/layout/default"/>
    <dgm:cxn modelId="{EEE11083-106E-4A86-9E61-AC962F7EF06A}" srcId="{A0754AC8-64E7-45A7-AC36-0D78E6C47068}" destId="{C9D7CEAB-C61F-41B4-8532-72202A5F0355}" srcOrd="2" destOrd="0" parTransId="{63EA2FD7-B0BD-4069-9B83-EA2579B6CB94}" sibTransId="{918F8461-A9C7-44A9-9641-4AF8022D8373}"/>
    <dgm:cxn modelId="{A60C748C-F307-4A37-A778-5FCF2F25B898}" srcId="{A0754AC8-64E7-45A7-AC36-0D78E6C47068}" destId="{63F1C50E-EEFF-419B-9CCD-8297B70A3DF4}" srcOrd="5" destOrd="0" parTransId="{BFD41B4E-086C-4FF0-98AE-21B0020B04BB}" sibTransId="{CFABD69D-DF08-4158-AF41-5A70B68F4753}"/>
    <dgm:cxn modelId="{DA088A99-4E6E-2944-AC99-4ED929550CAD}" type="presOf" srcId="{B4034CE3-DC6B-486C-9788-18F513113DB0}" destId="{E91CB619-E69F-CD4B-A0ED-DE830B8580AA}" srcOrd="0" destOrd="0" presId="urn:microsoft.com/office/officeart/2005/8/layout/default"/>
    <dgm:cxn modelId="{D2B5CFCE-5FC9-5840-9E81-F8FE6FD410A9}" type="presOf" srcId="{E29BCE9A-8E04-41FA-9893-B4B265AA391E}" destId="{72594FDC-5925-4D45-81F4-8D76DDD285FB}" srcOrd="0" destOrd="0" presId="urn:microsoft.com/office/officeart/2005/8/layout/default"/>
    <dgm:cxn modelId="{62636FF4-A469-4384-BE04-70E049134C98}" srcId="{A0754AC8-64E7-45A7-AC36-0D78E6C47068}" destId="{6F3FC1F0-E48B-4E99-B95D-0E13B5FA13B4}" srcOrd="3" destOrd="0" parTransId="{CCC6C11D-B137-4C50-8C6F-2D5D67DA8549}" sibTransId="{2C3825B7-894D-43DD-8AFC-8F70E2D05462}"/>
    <dgm:cxn modelId="{2BD013F9-1ADB-DA46-8367-3A5921997ADF}" type="presOf" srcId="{6F3FC1F0-E48B-4E99-B95D-0E13B5FA13B4}" destId="{B1F5A190-AE46-5041-AF33-E04904CDD8CE}" srcOrd="0" destOrd="0" presId="urn:microsoft.com/office/officeart/2005/8/layout/default"/>
    <dgm:cxn modelId="{3417F115-9778-E848-8DAA-E71D2BB2448E}" type="presParOf" srcId="{26601566-4081-E141-97D6-BC45B22B3910}" destId="{72594FDC-5925-4D45-81F4-8D76DDD285FB}" srcOrd="0" destOrd="0" presId="urn:microsoft.com/office/officeart/2005/8/layout/default"/>
    <dgm:cxn modelId="{1DFB66EB-D1C8-8240-96CD-B715DAEB8CE1}" type="presParOf" srcId="{26601566-4081-E141-97D6-BC45B22B3910}" destId="{B8F564D5-D70D-AC4F-A14A-3952E16006AF}" srcOrd="1" destOrd="0" presId="urn:microsoft.com/office/officeart/2005/8/layout/default"/>
    <dgm:cxn modelId="{BA658E02-818F-7740-ABD2-C916A6F95010}" type="presParOf" srcId="{26601566-4081-E141-97D6-BC45B22B3910}" destId="{E91CB619-E69F-CD4B-A0ED-DE830B8580AA}" srcOrd="2" destOrd="0" presId="urn:microsoft.com/office/officeart/2005/8/layout/default"/>
    <dgm:cxn modelId="{9A5F0A5B-C56A-254C-B8CF-E7C97ED5C6B7}" type="presParOf" srcId="{26601566-4081-E141-97D6-BC45B22B3910}" destId="{2E05E90B-6C76-024C-8B54-D87CEF164F14}" srcOrd="3" destOrd="0" presId="urn:microsoft.com/office/officeart/2005/8/layout/default"/>
    <dgm:cxn modelId="{5A78623E-1455-41F7-89D1-8FFA66334B15}" type="presParOf" srcId="{26601566-4081-E141-97D6-BC45B22B3910}" destId="{AB028E7A-D8EC-4D61-8527-6A7C766406D8}" srcOrd="4" destOrd="0" presId="urn:microsoft.com/office/officeart/2005/8/layout/default"/>
    <dgm:cxn modelId="{9030F9A8-2BDA-4B3F-912F-88570A6FD0E0}" type="presParOf" srcId="{26601566-4081-E141-97D6-BC45B22B3910}" destId="{D6437930-4CD3-4605-B655-D779E0293E93}" srcOrd="5" destOrd="0" presId="urn:microsoft.com/office/officeart/2005/8/layout/default"/>
    <dgm:cxn modelId="{E551E474-D7EE-2D40-8DEF-B639B359482B}" type="presParOf" srcId="{26601566-4081-E141-97D6-BC45B22B3910}" destId="{B1F5A190-AE46-5041-AF33-E04904CDD8CE}" srcOrd="6" destOrd="0" presId="urn:microsoft.com/office/officeart/2005/8/layout/default"/>
    <dgm:cxn modelId="{7ACF7F90-D029-0A48-A6B1-58BC02E3D5CE}" type="presParOf" srcId="{26601566-4081-E141-97D6-BC45B22B3910}" destId="{226F139A-4C6D-D045-804E-EA91026F7BD5}" srcOrd="7" destOrd="0" presId="urn:microsoft.com/office/officeart/2005/8/layout/default"/>
    <dgm:cxn modelId="{8CCC302F-391C-844A-8914-018BB44C0E42}" type="presParOf" srcId="{26601566-4081-E141-97D6-BC45B22B3910}" destId="{9AA60033-FECC-5942-9370-E05F439949CB}" srcOrd="8" destOrd="0" presId="urn:microsoft.com/office/officeart/2005/8/layout/default"/>
    <dgm:cxn modelId="{8865729F-F1D5-2643-B4EC-40AD877609F9}" type="presParOf" srcId="{26601566-4081-E141-97D6-BC45B22B3910}" destId="{232CC39E-B16D-3D43-BA5D-0B0BF1513A2E}" srcOrd="9" destOrd="0" presId="urn:microsoft.com/office/officeart/2005/8/layout/default"/>
    <dgm:cxn modelId="{CAACAF8A-4BDD-1449-91AB-D2F167F24B83}" type="presParOf" srcId="{26601566-4081-E141-97D6-BC45B22B3910}" destId="{292D5119-3040-7C4C-9F73-1ACEBA3C5DC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73DDEC4-55CB-473D-9AD2-3D8F347271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B929A6-DB68-43A6-BEE7-685BC25A129B}">
      <dgm:prSet/>
      <dgm:spPr/>
      <dgm:t>
        <a:bodyPr/>
        <a:lstStyle/>
        <a:p>
          <a:r>
            <a:rPr lang="en-US"/>
            <a:t>Designed so professors can create and manage assignments for their students</a:t>
          </a:r>
        </a:p>
      </dgm:t>
    </dgm:pt>
    <dgm:pt modelId="{386D878E-548E-45A9-A7C9-AA52DC9564EF}" type="parTrans" cxnId="{3E72F496-7374-47F2-B1A4-B121C18D5BA9}">
      <dgm:prSet/>
      <dgm:spPr/>
      <dgm:t>
        <a:bodyPr/>
        <a:lstStyle/>
        <a:p>
          <a:endParaRPr lang="en-US"/>
        </a:p>
      </dgm:t>
    </dgm:pt>
    <dgm:pt modelId="{D13995D6-8FAC-4525-9ED5-3B6B57F235D1}" type="sibTrans" cxnId="{3E72F496-7374-47F2-B1A4-B121C18D5BA9}">
      <dgm:prSet/>
      <dgm:spPr/>
      <dgm:t>
        <a:bodyPr/>
        <a:lstStyle/>
        <a:p>
          <a:endParaRPr lang="en-US"/>
        </a:p>
      </dgm:t>
    </dgm:pt>
    <dgm:pt modelId="{7FFF20CD-E13D-4AEE-9DF5-45E20E2B8AFC}">
      <dgm:prSet/>
      <dgm:spPr/>
      <dgm:t>
        <a:bodyPr/>
        <a:lstStyle/>
        <a:p>
          <a:r>
            <a:rPr lang="en-US"/>
            <a:t>Designed to store student location every 60 seconds</a:t>
          </a:r>
        </a:p>
      </dgm:t>
    </dgm:pt>
    <dgm:pt modelId="{100D409B-BB28-4A29-B20A-0C899F7227FF}" type="parTrans" cxnId="{3BEB00EE-3C03-41F1-93D0-985B4562959F}">
      <dgm:prSet/>
      <dgm:spPr/>
      <dgm:t>
        <a:bodyPr/>
        <a:lstStyle/>
        <a:p>
          <a:endParaRPr lang="en-US"/>
        </a:p>
      </dgm:t>
    </dgm:pt>
    <dgm:pt modelId="{0ED544F1-BC49-4249-A0E9-DA8CC2C636C0}" type="sibTrans" cxnId="{3BEB00EE-3C03-41F1-93D0-985B4562959F}">
      <dgm:prSet/>
      <dgm:spPr/>
      <dgm:t>
        <a:bodyPr/>
        <a:lstStyle/>
        <a:p>
          <a:endParaRPr lang="en-US"/>
        </a:p>
      </dgm:t>
    </dgm:pt>
    <dgm:pt modelId="{85454504-ED56-4B97-BE79-43697EB48BB4}">
      <dgm:prSet/>
      <dgm:spPr/>
      <dgm:t>
        <a:bodyPr/>
        <a:lstStyle/>
        <a:p>
          <a:r>
            <a:rPr lang="en-US"/>
            <a:t>Designed to store incidents of students leaving their designated areas</a:t>
          </a:r>
        </a:p>
      </dgm:t>
    </dgm:pt>
    <dgm:pt modelId="{6C9F19C1-44D6-44EE-ACAA-E62AEED91F21}" type="parTrans" cxnId="{07F442FD-F8E6-4866-9CAF-76F3B27CADAD}">
      <dgm:prSet/>
      <dgm:spPr/>
      <dgm:t>
        <a:bodyPr/>
        <a:lstStyle/>
        <a:p>
          <a:endParaRPr lang="en-US"/>
        </a:p>
      </dgm:t>
    </dgm:pt>
    <dgm:pt modelId="{4DDDB28D-08A8-4DD5-BB2F-B21251B8763E}" type="sibTrans" cxnId="{07F442FD-F8E6-4866-9CAF-76F3B27CADAD}">
      <dgm:prSet/>
      <dgm:spPr/>
      <dgm:t>
        <a:bodyPr/>
        <a:lstStyle/>
        <a:p>
          <a:endParaRPr lang="en-US"/>
        </a:p>
      </dgm:t>
    </dgm:pt>
    <dgm:pt modelId="{60C1CFBF-49B3-2543-8F35-89F9C8A8D90A}" type="pres">
      <dgm:prSet presAssocID="{973DDEC4-55CB-473D-9AD2-3D8F347271E6}" presName="linear" presStyleCnt="0">
        <dgm:presLayoutVars>
          <dgm:animLvl val="lvl"/>
          <dgm:resizeHandles val="exact"/>
        </dgm:presLayoutVars>
      </dgm:prSet>
      <dgm:spPr/>
    </dgm:pt>
    <dgm:pt modelId="{C9ADB52F-55CD-934C-AC32-7F10F89D1B9C}" type="pres">
      <dgm:prSet presAssocID="{C7B929A6-DB68-43A6-BEE7-685BC25A129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617201A-BAF9-4336-B633-873F4A04231D}" type="pres">
      <dgm:prSet presAssocID="{D13995D6-8FAC-4525-9ED5-3B6B57F235D1}" presName="spacer" presStyleCnt="0"/>
      <dgm:spPr/>
    </dgm:pt>
    <dgm:pt modelId="{3D5DDDF4-3E66-4A1F-9A22-F10862D3950F}" type="pres">
      <dgm:prSet presAssocID="{7FFF20CD-E13D-4AEE-9DF5-45E20E2B8AF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04F7A8-1610-41DE-92C5-EFF4FC63D695}" type="pres">
      <dgm:prSet presAssocID="{0ED544F1-BC49-4249-A0E9-DA8CC2C636C0}" presName="spacer" presStyleCnt="0"/>
      <dgm:spPr/>
    </dgm:pt>
    <dgm:pt modelId="{37FB8089-82E9-4C81-980F-D5D562CC4D49}" type="pres">
      <dgm:prSet presAssocID="{85454504-ED56-4B97-BE79-43697EB48BB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EBA5F45-7616-4913-89FA-02D081FBFA66}" type="presOf" srcId="{85454504-ED56-4B97-BE79-43697EB48BB4}" destId="{37FB8089-82E9-4C81-980F-D5D562CC4D49}" srcOrd="0" destOrd="0" presId="urn:microsoft.com/office/officeart/2005/8/layout/vList2"/>
    <dgm:cxn modelId="{3E72F496-7374-47F2-B1A4-B121C18D5BA9}" srcId="{973DDEC4-55CB-473D-9AD2-3D8F347271E6}" destId="{C7B929A6-DB68-43A6-BEE7-685BC25A129B}" srcOrd="0" destOrd="0" parTransId="{386D878E-548E-45A9-A7C9-AA52DC9564EF}" sibTransId="{D13995D6-8FAC-4525-9ED5-3B6B57F235D1}"/>
    <dgm:cxn modelId="{D364D2B3-A7EC-A142-A200-932855F393BF}" type="presOf" srcId="{973DDEC4-55CB-473D-9AD2-3D8F347271E6}" destId="{60C1CFBF-49B3-2543-8F35-89F9C8A8D90A}" srcOrd="0" destOrd="0" presId="urn:microsoft.com/office/officeart/2005/8/layout/vList2"/>
    <dgm:cxn modelId="{4E3793BC-0531-4BC5-88BA-80F9C9766F52}" type="presOf" srcId="{7FFF20CD-E13D-4AEE-9DF5-45E20E2B8AFC}" destId="{3D5DDDF4-3E66-4A1F-9A22-F10862D3950F}" srcOrd="0" destOrd="0" presId="urn:microsoft.com/office/officeart/2005/8/layout/vList2"/>
    <dgm:cxn modelId="{3BEB00EE-3C03-41F1-93D0-985B4562959F}" srcId="{973DDEC4-55CB-473D-9AD2-3D8F347271E6}" destId="{7FFF20CD-E13D-4AEE-9DF5-45E20E2B8AFC}" srcOrd="1" destOrd="0" parTransId="{100D409B-BB28-4A29-B20A-0C899F7227FF}" sibTransId="{0ED544F1-BC49-4249-A0E9-DA8CC2C636C0}"/>
    <dgm:cxn modelId="{F4AE1DF7-1208-544B-B0F2-E4D9087A4B0F}" type="presOf" srcId="{C7B929A6-DB68-43A6-BEE7-685BC25A129B}" destId="{C9ADB52F-55CD-934C-AC32-7F10F89D1B9C}" srcOrd="0" destOrd="0" presId="urn:microsoft.com/office/officeart/2005/8/layout/vList2"/>
    <dgm:cxn modelId="{07F442FD-F8E6-4866-9CAF-76F3B27CADAD}" srcId="{973DDEC4-55CB-473D-9AD2-3D8F347271E6}" destId="{85454504-ED56-4B97-BE79-43697EB48BB4}" srcOrd="2" destOrd="0" parTransId="{6C9F19C1-44D6-44EE-ACAA-E62AEED91F21}" sibTransId="{4DDDB28D-08A8-4DD5-BB2F-B21251B8763E}"/>
    <dgm:cxn modelId="{9E02F15F-24DA-A647-A925-C646B3642CDC}" type="presParOf" srcId="{60C1CFBF-49B3-2543-8F35-89F9C8A8D90A}" destId="{C9ADB52F-55CD-934C-AC32-7F10F89D1B9C}" srcOrd="0" destOrd="0" presId="urn:microsoft.com/office/officeart/2005/8/layout/vList2"/>
    <dgm:cxn modelId="{CE4929A2-8729-40B3-BB6C-3246A7D519AD}" type="presParOf" srcId="{60C1CFBF-49B3-2543-8F35-89F9C8A8D90A}" destId="{6617201A-BAF9-4336-B633-873F4A04231D}" srcOrd="1" destOrd="0" presId="urn:microsoft.com/office/officeart/2005/8/layout/vList2"/>
    <dgm:cxn modelId="{F2B677B4-85A6-40A8-BBFF-DA1FB17B7A50}" type="presParOf" srcId="{60C1CFBF-49B3-2543-8F35-89F9C8A8D90A}" destId="{3D5DDDF4-3E66-4A1F-9A22-F10862D3950F}" srcOrd="2" destOrd="0" presId="urn:microsoft.com/office/officeart/2005/8/layout/vList2"/>
    <dgm:cxn modelId="{52E648FF-EEB0-487B-BB87-7517FBE45D2D}" type="presParOf" srcId="{60C1CFBF-49B3-2543-8F35-89F9C8A8D90A}" destId="{3204F7A8-1610-41DE-92C5-EFF4FC63D695}" srcOrd="3" destOrd="0" presId="urn:microsoft.com/office/officeart/2005/8/layout/vList2"/>
    <dgm:cxn modelId="{66D427D6-4AFC-4728-B45E-E67CED41BECE}" type="presParOf" srcId="{60C1CFBF-49B3-2543-8F35-89F9C8A8D90A}" destId="{37FB8089-82E9-4C81-980F-D5D562CC4D4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73DDEC4-55CB-473D-9AD2-3D8F347271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B929A6-DB68-43A6-BEE7-685BC25A129B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latin typeface="Calibri"/>
              <a:ea typeface="+mn-ea"/>
              <a:cs typeface="+mn-cs"/>
            </a:rPr>
            <a:t> A relational database implemented using Entity Framework Core</a:t>
          </a:r>
          <a:endParaRPr lang="en-US" sz="2100">
            <a:solidFill>
              <a:srgbClr val="FFFFFF"/>
            </a:solidFill>
            <a:ea typeface="+mn-ea"/>
            <a:cs typeface="+mn-cs"/>
          </a:endParaRPr>
        </a:p>
      </dgm:t>
    </dgm:pt>
    <dgm:pt modelId="{386D878E-548E-45A9-A7C9-AA52DC9564EF}" type="parTrans" cxnId="{3E72F496-7374-47F2-B1A4-B121C18D5BA9}">
      <dgm:prSet/>
      <dgm:spPr/>
      <dgm:t>
        <a:bodyPr/>
        <a:lstStyle/>
        <a:p>
          <a:endParaRPr lang="en-US"/>
        </a:p>
      </dgm:t>
    </dgm:pt>
    <dgm:pt modelId="{D13995D6-8FAC-4525-9ED5-3B6B57F235D1}" type="sibTrans" cxnId="{3E72F496-7374-47F2-B1A4-B121C18D5BA9}">
      <dgm:prSet/>
      <dgm:spPr/>
      <dgm:t>
        <a:bodyPr/>
        <a:lstStyle/>
        <a:p>
          <a:endParaRPr lang="en-US"/>
        </a:p>
      </dgm:t>
    </dgm:pt>
    <dgm:pt modelId="{7FFF20CD-E13D-4AEE-9DF5-45E20E2B8AFC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latin typeface="Calibri"/>
              <a:ea typeface="+mn-ea"/>
              <a:cs typeface="+mn-cs"/>
            </a:rPr>
            <a:t> </a:t>
          </a:r>
          <a:r>
            <a:rPr lang="en-US" sz="2100" err="1">
              <a:solidFill>
                <a:srgbClr val="FFFFFF"/>
              </a:solidFill>
              <a:latin typeface="Calibri"/>
              <a:ea typeface="+mn-ea"/>
              <a:cs typeface="+mn-cs"/>
            </a:rPr>
            <a:t>ENumbers</a:t>
          </a:r>
          <a:r>
            <a:rPr lang="en-US" sz="2100">
              <a:solidFill>
                <a:srgbClr val="FFFFFF"/>
              </a:solidFill>
              <a:latin typeface="Calibri"/>
              <a:ea typeface="+mn-ea"/>
              <a:cs typeface="+mn-cs"/>
            </a:rPr>
            <a:t> were used as Primary Keys for all Users</a:t>
          </a:r>
          <a:endParaRPr lang="en-US" sz="2100">
            <a:solidFill>
              <a:srgbClr val="FFFFFF"/>
            </a:solidFill>
            <a:ea typeface="+mn-ea"/>
            <a:cs typeface="+mn-cs"/>
          </a:endParaRPr>
        </a:p>
      </dgm:t>
    </dgm:pt>
    <dgm:pt modelId="{100D409B-BB28-4A29-B20A-0C899F7227FF}" type="parTrans" cxnId="{3BEB00EE-3C03-41F1-93D0-985B4562959F}">
      <dgm:prSet/>
      <dgm:spPr/>
      <dgm:t>
        <a:bodyPr/>
        <a:lstStyle/>
        <a:p>
          <a:endParaRPr lang="en-US"/>
        </a:p>
      </dgm:t>
    </dgm:pt>
    <dgm:pt modelId="{0ED544F1-BC49-4249-A0E9-DA8CC2C636C0}" type="sibTrans" cxnId="{3BEB00EE-3C03-41F1-93D0-985B4562959F}">
      <dgm:prSet/>
      <dgm:spPr/>
      <dgm:t>
        <a:bodyPr/>
        <a:lstStyle/>
        <a:p>
          <a:endParaRPr lang="en-US"/>
        </a:p>
      </dgm:t>
    </dgm:pt>
    <dgm:pt modelId="{F89BEFCC-861E-4751-AB33-4B4D5E6F4477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latin typeface="Calibri"/>
              <a:ea typeface="+mn-ea"/>
              <a:cs typeface="+mn-cs"/>
            </a:rPr>
            <a:t> TPH inheritance for User -&gt; Professor and Student</a:t>
          </a:r>
        </a:p>
      </dgm:t>
    </dgm:pt>
    <dgm:pt modelId="{7F348363-980E-4600-A152-FE2EE6E7F822}" type="parTrans" cxnId="{6952A9C8-3284-44AB-92AB-6B2F356D9AD4}">
      <dgm:prSet/>
      <dgm:spPr/>
    </dgm:pt>
    <dgm:pt modelId="{DAB2D40A-103C-4558-B800-772E581FC601}" type="sibTrans" cxnId="{6952A9C8-3284-44AB-92AB-6B2F356D9AD4}">
      <dgm:prSet/>
      <dgm:spPr/>
    </dgm:pt>
    <dgm:pt modelId="{93B58092-26BD-4525-8142-158965EFAC70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latin typeface="Calibri"/>
              <a:ea typeface="+mn-ea"/>
              <a:cs typeface="+mn-cs"/>
            </a:rPr>
            <a:t> Other Primary Keys were auto </a:t>
          </a:r>
          <a:r>
            <a:rPr lang="en-US" sz="2100">
              <a:solidFill>
                <a:srgbClr val="FFFFFF"/>
              </a:solidFill>
              <a:ea typeface="+mn-ea"/>
              <a:cs typeface="+mn-cs"/>
            </a:rPr>
            <a:t>incremented </a:t>
          </a:r>
        </a:p>
      </dgm:t>
    </dgm:pt>
    <dgm:pt modelId="{43BA63A3-57BE-43FE-91F1-0785F0F68DF0}" type="parTrans" cxnId="{372E842E-AD07-4C66-A9B0-08D0365C9712}">
      <dgm:prSet/>
      <dgm:spPr/>
    </dgm:pt>
    <dgm:pt modelId="{009D5AED-BD79-402E-89FC-F8ACB7B28E71}" type="sibTrans" cxnId="{372E842E-AD07-4C66-A9B0-08D0365C9712}">
      <dgm:prSet/>
      <dgm:spPr/>
    </dgm:pt>
    <dgm:pt modelId="{41AF139D-8BD8-46E8-9084-CE3C4AD06670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latin typeface="Calibri"/>
              <a:ea typeface="+mn-ea"/>
              <a:cs typeface="+mn-cs"/>
            </a:rPr>
            <a:t> CURD endpoints were created to interact with Database</a:t>
          </a:r>
        </a:p>
      </dgm:t>
    </dgm:pt>
    <dgm:pt modelId="{179A78AC-D92E-42AE-9C8D-9FEB566CA749}" type="parTrans" cxnId="{8D11F95E-863C-4C1A-8C70-C89BA0917DCD}">
      <dgm:prSet/>
      <dgm:spPr/>
    </dgm:pt>
    <dgm:pt modelId="{D278E78C-F88C-4BB6-8DA7-12D3647B65AB}" type="sibTrans" cxnId="{8D11F95E-863C-4C1A-8C70-C89BA0917DCD}">
      <dgm:prSet/>
      <dgm:spPr/>
    </dgm:pt>
    <dgm:pt modelId="{60C1CFBF-49B3-2543-8F35-89F9C8A8D90A}" type="pres">
      <dgm:prSet presAssocID="{973DDEC4-55CB-473D-9AD2-3D8F347271E6}" presName="linear" presStyleCnt="0">
        <dgm:presLayoutVars>
          <dgm:animLvl val="lvl"/>
          <dgm:resizeHandles val="exact"/>
        </dgm:presLayoutVars>
      </dgm:prSet>
      <dgm:spPr/>
    </dgm:pt>
    <dgm:pt modelId="{C9ADB52F-55CD-934C-AC32-7F10F89D1B9C}" type="pres">
      <dgm:prSet presAssocID="{C7B929A6-DB68-43A6-BEE7-685BC25A129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617201A-BAF9-4336-B633-873F4A04231D}" type="pres">
      <dgm:prSet presAssocID="{D13995D6-8FAC-4525-9ED5-3B6B57F235D1}" presName="spacer" presStyleCnt="0"/>
      <dgm:spPr/>
    </dgm:pt>
    <dgm:pt modelId="{520A88E0-F548-4200-B8A1-7E5CC064F864}" type="pres">
      <dgm:prSet presAssocID="{F89BEFCC-861E-4751-AB33-4B4D5E6F447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570057E-6C0D-4F36-83F9-D5DEBD62E706}" type="pres">
      <dgm:prSet presAssocID="{DAB2D40A-103C-4558-B800-772E581FC601}" presName="spacer" presStyleCnt="0"/>
      <dgm:spPr/>
    </dgm:pt>
    <dgm:pt modelId="{3D5DDDF4-3E66-4A1F-9A22-F10862D3950F}" type="pres">
      <dgm:prSet presAssocID="{7FFF20CD-E13D-4AEE-9DF5-45E20E2B8AF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6E54491-25A8-4666-BD5B-0A3058E2FC09}" type="pres">
      <dgm:prSet presAssocID="{0ED544F1-BC49-4249-A0E9-DA8CC2C636C0}" presName="spacer" presStyleCnt="0"/>
      <dgm:spPr/>
    </dgm:pt>
    <dgm:pt modelId="{66201A5D-100D-4775-90ED-E3497970ED31}" type="pres">
      <dgm:prSet presAssocID="{93B58092-26BD-4525-8142-158965EFAC7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49668D4-E178-440E-8931-F7E85D1C586A}" type="pres">
      <dgm:prSet presAssocID="{009D5AED-BD79-402E-89FC-F8ACB7B28E71}" presName="spacer" presStyleCnt="0"/>
      <dgm:spPr/>
    </dgm:pt>
    <dgm:pt modelId="{FFE982A4-1AA7-48E0-ABF5-396FA422C98D}" type="pres">
      <dgm:prSet presAssocID="{41AF139D-8BD8-46E8-9084-CE3C4AD0667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72E842E-AD07-4C66-A9B0-08D0365C9712}" srcId="{973DDEC4-55CB-473D-9AD2-3D8F347271E6}" destId="{93B58092-26BD-4525-8142-158965EFAC70}" srcOrd="3" destOrd="0" parTransId="{43BA63A3-57BE-43FE-91F1-0785F0F68DF0}" sibTransId="{009D5AED-BD79-402E-89FC-F8ACB7B28E71}"/>
    <dgm:cxn modelId="{2CDF3B34-297E-4C23-A3F9-B93F43A1E911}" type="presOf" srcId="{41AF139D-8BD8-46E8-9084-CE3C4AD06670}" destId="{FFE982A4-1AA7-48E0-ABF5-396FA422C98D}" srcOrd="0" destOrd="0" presId="urn:microsoft.com/office/officeart/2005/8/layout/vList2"/>
    <dgm:cxn modelId="{88BAB83A-1EF9-4E1C-ACF0-B0873F53388F}" type="presOf" srcId="{F89BEFCC-861E-4751-AB33-4B4D5E6F4477}" destId="{520A88E0-F548-4200-B8A1-7E5CC064F864}" srcOrd="0" destOrd="0" presId="urn:microsoft.com/office/officeart/2005/8/layout/vList2"/>
    <dgm:cxn modelId="{8D11F95E-863C-4C1A-8C70-C89BA0917DCD}" srcId="{973DDEC4-55CB-473D-9AD2-3D8F347271E6}" destId="{41AF139D-8BD8-46E8-9084-CE3C4AD06670}" srcOrd="4" destOrd="0" parTransId="{179A78AC-D92E-42AE-9C8D-9FEB566CA749}" sibTransId="{D278E78C-F88C-4BB6-8DA7-12D3647B65AB}"/>
    <dgm:cxn modelId="{C9DB2558-73CD-4FF0-8BA7-8776A7CF92BC}" type="presOf" srcId="{93B58092-26BD-4525-8142-158965EFAC70}" destId="{66201A5D-100D-4775-90ED-E3497970ED31}" srcOrd="0" destOrd="0" presId="urn:microsoft.com/office/officeart/2005/8/layout/vList2"/>
    <dgm:cxn modelId="{3E72F496-7374-47F2-B1A4-B121C18D5BA9}" srcId="{973DDEC4-55CB-473D-9AD2-3D8F347271E6}" destId="{C7B929A6-DB68-43A6-BEE7-685BC25A129B}" srcOrd="0" destOrd="0" parTransId="{386D878E-548E-45A9-A7C9-AA52DC9564EF}" sibTransId="{D13995D6-8FAC-4525-9ED5-3B6B57F235D1}"/>
    <dgm:cxn modelId="{3877E6AE-5D0E-4DD3-937C-6E0C4AC9189E}" type="presOf" srcId="{C7B929A6-DB68-43A6-BEE7-685BC25A129B}" destId="{C9ADB52F-55CD-934C-AC32-7F10F89D1B9C}" srcOrd="0" destOrd="0" presId="urn:microsoft.com/office/officeart/2005/8/layout/vList2"/>
    <dgm:cxn modelId="{D364D2B3-A7EC-A142-A200-932855F393BF}" type="presOf" srcId="{973DDEC4-55CB-473D-9AD2-3D8F347271E6}" destId="{60C1CFBF-49B3-2543-8F35-89F9C8A8D90A}" srcOrd="0" destOrd="0" presId="urn:microsoft.com/office/officeart/2005/8/layout/vList2"/>
    <dgm:cxn modelId="{425E16BE-FB75-4557-812B-17C79AB8611E}" type="presOf" srcId="{7FFF20CD-E13D-4AEE-9DF5-45E20E2B8AFC}" destId="{3D5DDDF4-3E66-4A1F-9A22-F10862D3950F}" srcOrd="0" destOrd="0" presId="urn:microsoft.com/office/officeart/2005/8/layout/vList2"/>
    <dgm:cxn modelId="{6952A9C8-3284-44AB-92AB-6B2F356D9AD4}" srcId="{973DDEC4-55CB-473D-9AD2-3D8F347271E6}" destId="{F89BEFCC-861E-4751-AB33-4B4D5E6F4477}" srcOrd="1" destOrd="0" parTransId="{7F348363-980E-4600-A152-FE2EE6E7F822}" sibTransId="{DAB2D40A-103C-4558-B800-772E581FC601}"/>
    <dgm:cxn modelId="{3BEB00EE-3C03-41F1-93D0-985B4562959F}" srcId="{973DDEC4-55CB-473D-9AD2-3D8F347271E6}" destId="{7FFF20CD-E13D-4AEE-9DF5-45E20E2B8AFC}" srcOrd="2" destOrd="0" parTransId="{100D409B-BB28-4A29-B20A-0C899F7227FF}" sibTransId="{0ED544F1-BC49-4249-A0E9-DA8CC2C636C0}"/>
    <dgm:cxn modelId="{9DFC0694-696C-46BE-A2D8-9ECD94A2EC8A}" type="presParOf" srcId="{60C1CFBF-49B3-2543-8F35-89F9C8A8D90A}" destId="{C9ADB52F-55CD-934C-AC32-7F10F89D1B9C}" srcOrd="0" destOrd="0" presId="urn:microsoft.com/office/officeart/2005/8/layout/vList2"/>
    <dgm:cxn modelId="{43FD4AF4-388A-42C6-9116-3B07541FB133}" type="presParOf" srcId="{60C1CFBF-49B3-2543-8F35-89F9C8A8D90A}" destId="{6617201A-BAF9-4336-B633-873F4A04231D}" srcOrd="1" destOrd="0" presId="urn:microsoft.com/office/officeart/2005/8/layout/vList2"/>
    <dgm:cxn modelId="{5A8AA22B-46F7-43F8-966A-1D2FBEFCCA6F}" type="presParOf" srcId="{60C1CFBF-49B3-2543-8F35-89F9C8A8D90A}" destId="{520A88E0-F548-4200-B8A1-7E5CC064F864}" srcOrd="2" destOrd="0" presId="urn:microsoft.com/office/officeart/2005/8/layout/vList2"/>
    <dgm:cxn modelId="{338AF39A-8099-4003-910C-8DF23A0E7CF7}" type="presParOf" srcId="{60C1CFBF-49B3-2543-8F35-89F9C8A8D90A}" destId="{E570057E-6C0D-4F36-83F9-D5DEBD62E706}" srcOrd="3" destOrd="0" presId="urn:microsoft.com/office/officeart/2005/8/layout/vList2"/>
    <dgm:cxn modelId="{324418A7-F43D-49F9-8071-C05F754F89F9}" type="presParOf" srcId="{60C1CFBF-49B3-2543-8F35-89F9C8A8D90A}" destId="{3D5DDDF4-3E66-4A1F-9A22-F10862D3950F}" srcOrd="4" destOrd="0" presId="urn:microsoft.com/office/officeart/2005/8/layout/vList2"/>
    <dgm:cxn modelId="{7827AB36-FCCB-4563-AE14-1B6BBD4D82AE}" type="presParOf" srcId="{60C1CFBF-49B3-2543-8F35-89F9C8A8D90A}" destId="{46E54491-25A8-4666-BD5B-0A3058E2FC09}" srcOrd="5" destOrd="0" presId="urn:microsoft.com/office/officeart/2005/8/layout/vList2"/>
    <dgm:cxn modelId="{765897BE-C233-4752-9AB4-E7FBF8AE8540}" type="presParOf" srcId="{60C1CFBF-49B3-2543-8F35-89F9C8A8D90A}" destId="{66201A5D-100D-4775-90ED-E3497970ED31}" srcOrd="6" destOrd="0" presId="urn:microsoft.com/office/officeart/2005/8/layout/vList2"/>
    <dgm:cxn modelId="{809B351A-18C1-4648-8C51-DC64C346DC3C}" type="presParOf" srcId="{60C1CFBF-49B3-2543-8F35-89F9C8A8D90A}" destId="{549668D4-E178-440E-8931-F7E85D1C586A}" srcOrd="7" destOrd="0" presId="urn:microsoft.com/office/officeart/2005/8/layout/vList2"/>
    <dgm:cxn modelId="{2C037234-BEF9-4C99-9CC3-4A0A6281F1D8}" type="presParOf" srcId="{60C1CFBF-49B3-2543-8F35-89F9C8A8D90A}" destId="{FFE982A4-1AA7-48E0-ABF5-396FA422C98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73DDEC4-55CB-473D-9AD2-3D8F347271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B929A6-DB68-43A6-BEE7-685BC25A129B}">
      <dgm:prSet/>
      <dgm:spPr/>
      <dgm:t>
        <a:bodyPr/>
        <a:lstStyle/>
        <a:p>
          <a:r>
            <a:rPr lang="en-US"/>
            <a:t>Checks student location every 60 seconds</a:t>
          </a:r>
        </a:p>
      </dgm:t>
    </dgm:pt>
    <dgm:pt modelId="{386D878E-548E-45A9-A7C9-AA52DC9564EF}" type="parTrans" cxnId="{3E72F496-7374-47F2-B1A4-B121C18D5BA9}">
      <dgm:prSet/>
      <dgm:spPr/>
      <dgm:t>
        <a:bodyPr/>
        <a:lstStyle/>
        <a:p>
          <a:endParaRPr lang="en-US"/>
        </a:p>
      </dgm:t>
    </dgm:pt>
    <dgm:pt modelId="{D13995D6-8FAC-4525-9ED5-3B6B57F235D1}" type="sibTrans" cxnId="{3E72F496-7374-47F2-B1A4-B121C18D5BA9}">
      <dgm:prSet/>
      <dgm:spPr/>
      <dgm:t>
        <a:bodyPr/>
        <a:lstStyle/>
        <a:p>
          <a:endParaRPr lang="en-US"/>
        </a:p>
      </dgm:t>
    </dgm:pt>
    <dgm:pt modelId="{F1CB2058-8F0C-4E4B-A907-69D3A0DBB0F8}">
      <dgm:prSet/>
      <dgm:spPr/>
      <dgm:t>
        <a:bodyPr/>
        <a:lstStyle/>
        <a:p>
          <a:r>
            <a:rPr lang="en-US"/>
            <a:t>Can accurately determine student location within 15 feet</a:t>
          </a:r>
        </a:p>
      </dgm:t>
    </dgm:pt>
    <dgm:pt modelId="{94D82B23-7C60-4D55-9C72-37A9A57E7746}" type="parTrans" cxnId="{C1840749-3391-4730-91B3-518153E2FE4D}">
      <dgm:prSet/>
      <dgm:spPr/>
      <dgm:t>
        <a:bodyPr/>
        <a:lstStyle/>
        <a:p>
          <a:endParaRPr lang="en-US"/>
        </a:p>
      </dgm:t>
    </dgm:pt>
    <dgm:pt modelId="{02C052CF-1628-4A45-A46D-DF2F32D6781E}" type="sibTrans" cxnId="{C1840749-3391-4730-91B3-518153E2FE4D}">
      <dgm:prSet/>
      <dgm:spPr/>
      <dgm:t>
        <a:bodyPr/>
        <a:lstStyle/>
        <a:p>
          <a:endParaRPr lang="en-US"/>
        </a:p>
      </dgm:t>
    </dgm:pt>
    <dgm:pt modelId="{60C1CFBF-49B3-2543-8F35-89F9C8A8D90A}" type="pres">
      <dgm:prSet presAssocID="{973DDEC4-55CB-473D-9AD2-3D8F347271E6}" presName="linear" presStyleCnt="0">
        <dgm:presLayoutVars>
          <dgm:animLvl val="lvl"/>
          <dgm:resizeHandles val="exact"/>
        </dgm:presLayoutVars>
      </dgm:prSet>
      <dgm:spPr/>
    </dgm:pt>
    <dgm:pt modelId="{C9ADB52F-55CD-934C-AC32-7F10F89D1B9C}" type="pres">
      <dgm:prSet presAssocID="{C7B929A6-DB68-43A6-BEE7-685BC25A129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5F4086B-A367-40C6-8AF6-6F6EFD428452}" type="pres">
      <dgm:prSet presAssocID="{D13995D6-8FAC-4525-9ED5-3B6B57F235D1}" presName="spacer" presStyleCnt="0"/>
      <dgm:spPr/>
    </dgm:pt>
    <dgm:pt modelId="{86F6C98E-D2D9-4ACD-BAAA-09C8D740EEEE}" type="pres">
      <dgm:prSet presAssocID="{F1CB2058-8F0C-4E4B-A907-69D3A0DBB0F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7FBBB22-F671-4E3C-A65F-37F80331A23E}" type="presOf" srcId="{F1CB2058-8F0C-4E4B-A907-69D3A0DBB0F8}" destId="{86F6C98E-D2D9-4ACD-BAAA-09C8D740EEEE}" srcOrd="0" destOrd="0" presId="urn:microsoft.com/office/officeart/2005/8/layout/vList2"/>
    <dgm:cxn modelId="{C1840749-3391-4730-91B3-518153E2FE4D}" srcId="{973DDEC4-55CB-473D-9AD2-3D8F347271E6}" destId="{F1CB2058-8F0C-4E4B-A907-69D3A0DBB0F8}" srcOrd="1" destOrd="0" parTransId="{94D82B23-7C60-4D55-9C72-37A9A57E7746}" sibTransId="{02C052CF-1628-4A45-A46D-DF2F32D6781E}"/>
    <dgm:cxn modelId="{3E72F496-7374-47F2-B1A4-B121C18D5BA9}" srcId="{973DDEC4-55CB-473D-9AD2-3D8F347271E6}" destId="{C7B929A6-DB68-43A6-BEE7-685BC25A129B}" srcOrd="0" destOrd="0" parTransId="{386D878E-548E-45A9-A7C9-AA52DC9564EF}" sibTransId="{D13995D6-8FAC-4525-9ED5-3B6B57F235D1}"/>
    <dgm:cxn modelId="{D364D2B3-A7EC-A142-A200-932855F393BF}" type="presOf" srcId="{973DDEC4-55CB-473D-9AD2-3D8F347271E6}" destId="{60C1CFBF-49B3-2543-8F35-89F9C8A8D90A}" srcOrd="0" destOrd="0" presId="urn:microsoft.com/office/officeart/2005/8/layout/vList2"/>
    <dgm:cxn modelId="{F4AE1DF7-1208-544B-B0F2-E4D9087A4B0F}" type="presOf" srcId="{C7B929A6-DB68-43A6-BEE7-685BC25A129B}" destId="{C9ADB52F-55CD-934C-AC32-7F10F89D1B9C}" srcOrd="0" destOrd="0" presId="urn:microsoft.com/office/officeart/2005/8/layout/vList2"/>
    <dgm:cxn modelId="{9E02F15F-24DA-A647-A925-C646B3642CDC}" type="presParOf" srcId="{60C1CFBF-49B3-2543-8F35-89F9C8A8D90A}" destId="{C9ADB52F-55CD-934C-AC32-7F10F89D1B9C}" srcOrd="0" destOrd="0" presId="urn:microsoft.com/office/officeart/2005/8/layout/vList2"/>
    <dgm:cxn modelId="{F31A0AE0-2B5B-41AC-BD9B-34E832D9DAD9}" type="presParOf" srcId="{60C1CFBF-49B3-2543-8F35-89F9C8A8D90A}" destId="{45F4086B-A367-40C6-8AF6-6F6EFD428452}" srcOrd="1" destOrd="0" presId="urn:microsoft.com/office/officeart/2005/8/layout/vList2"/>
    <dgm:cxn modelId="{178BE5B6-10FC-4CFA-9049-12F3AB8C4B8D}" type="presParOf" srcId="{60C1CFBF-49B3-2543-8F35-89F9C8A8D90A}" destId="{86F6C98E-D2D9-4ACD-BAAA-09C8D740EEE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FD45C98-3C82-4098-BE0E-6A3A68E286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3FB896-221D-408F-9940-9FE216649248}">
      <dgm:prSet/>
      <dgm:spPr/>
      <dgm:t>
        <a:bodyPr/>
        <a:lstStyle/>
        <a:p>
          <a:r>
            <a:rPr lang="en-US"/>
            <a:t>Backend integration issues</a:t>
          </a:r>
        </a:p>
      </dgm:t>
    </dgm:pt>
    <dgm:pt modelId="{A367CC30-4A6C-4977-8F47-26B5531E2737}" type="parTrans" cxnId="{6F093503-4E42-49F4-9F1A-FEF07026F20B}">
      <dgm:prSet/>
      <dgm:spPr/>
      <dgm:t>
        <a:bodyPr/>
        <a:lstStyle/>
        <a:p>
          <a:endParaRPr lang="en-US"/>
        </a:p>
      </dgm:t>
    </dgm:pt>
    <dgm:pt modelId="{D33D3296-4D6E-432A-B569-BF6CC31EDEB8}" type="sibTrans" cxnId="{6F093503-4E42-49F4-9F1A-FEF07026F20B}">
      <dgm:prSet/>
      <dgm:spPr/>
      <dgm:t>
        <a:bodyPr/>
        <a:lstStyle/>
        <a:p>
          <a:endParaRPr lang="en-US"/>
        </a:p>
      </dgm:t>
    </dgm:pt>
    <dgm:pt modelId="{ECD34969-9BD4-4EEB-8E59-A1B68115C877}">
      <dgm:prSet/>
      <dgm:spPr/>
      <dgm:t>
        <a:bodyPr/>
        <a:lstStyle/>
        <a:p>
          <a:r>
            <a:rPr lang="en-US"/>
            <a:t>Authentication complexity</a:t>
          </a:r>
        </a:p>
      </dgm:t>
    </dgm:pt>
    <dgm:pt modelId="{10B4FA35-DCC5-4D18-BCB5-17A33D189925}" type="parTrans" cxnId="{C82238A5-80FA-4D07-BE48-AB1E62742891}">
      <dgm:prSet/>
      <dgm:spPr/>
      <dgm:t>
        <a:bodyPr/>
        <a:lstStyle/>
        <a:p>
          <a:endParaRPr lang="en-US"/>
        </a:p>
      </dgm:t>
    </dgm:pt>
    <dgm:pt modelId="{82FBA85D-C190-435B-A23E-FC56EC11790B}" type="sibTrans" cxnId="{C82238A5-80FA-4D07-BE48-AB1E62742891}">
      <dgm:prSet/>
      <dgm:spPr/>
      <dgm:t>
        <a:bodyPr/>
        <a:lstStyle/>
        <a:p>
          <a:endParaRPr lang="en-US"/>
        </a:p>
      </dgm:t>
    </dgm:pt>
    <dgm:pt modelId="{747F36FF-2C4D-47FA-B24C-F469F3CE2906}">
      <dgm:prSet/>
      <dgm:spPr/>
      <dgm:t>
        <a:bodyPr/>
        <a:lstStyle/>
        <a:p>
          <a:r>
            <a:rPr lang="en-US"/>
            <a:t>Clearer data structures</a:t>
          </a:r>
        </a:p>
      </dgm:t>
    </dgm:pt>
    <dgm:pt modelId="{C70B66B4-AFBE-47FC-8A4F-75BE216CD77B}" type="parTrans" cxnId="{AF1610D5-15FC-4457-AEAB-FB8C221E7808}">
      <dgm:prSet/>
      <dgm:spPr/>
      <dgm:t>
        <a:bodyPr/>
        <a:lstStyle/>
        <a:p>
          <a:endParaRPr lang="en-US"/>
        </a:p>
      </dgm:t>
    </dgm:pt>
    <dgm:pt modelId="{CD922F14-ECF5-4469-9B82-77A086B0342B}" type="sibTrans" cxnId="{AF1610D5-15FC-4457-AEAB-FB8C221E7808}">
      <dgm:prSet/>
      <dgm:spPr/>
      <dgm:t>
        <a:bodyPr/>
        <a:lstStyle/>
        <a:p>
          <a:endParaRPr lang="en-US"/>
        </a:p>
      </dgm:t>
    </dgm:pt>
    <dgm:pt modelId="{EF023B4A-6CD9-452D-BF7B-BB26382A433A}">
      <dgm:prSet/>
      <dgm:spPr/>
      <dgm:t>
        <a:bodyPr/>
        <a:lstStyle/>
        <a:p>
          <a:r>
            <a:rPr lang="en-US"/>
            <a:t>Some of us had to install applications to see our work</a:t>
          </a:r>
        </a:p>
      </dgm:t>
    </dgm:pt>
    <dgm:pt modelId="{9B3BB1D2-CE1C-495F-B341-F26C2DB758FB}" type="parTrans" cxnId="{8B5F454E-7385-477D-A273-A73B3CBE8E2B}">
      <dgm:prSet/>
      <dgm:spPr/>
      <dgm:t>
        <a:bodyPr/>
        <a:lstStyle/>
        <a:p>
          <a:endParaRPr lang="en-US"/>
        </a:p>
      </dgm:t>
    </dgm:pt>
    <dgm:pt modelId="{AA86D537-60BA-45F3-8370-D5DE4E0A148F}" type="sibTrans" cxnId="{8B5F454E-7385-477D-A273-A73B3CBE8E2B}">
      <dgm:prSet/>
      <dgm:spPr/>
      <dgm:t>
        <a:bodyPr/>
        <a:lstStyle/>
        <a:p>
          <a:endParaRPr lang="en-US"/>
        </a:p>
      </dgm:t>
    </dgm:pt>
    <dgm:pt modelId="{2DF09983-552C-1D44-9607-2240005B2B2F}">
      <dgm:prSet/>
      <dgm:spPr/>
      <dgm:t>
        <a:bodyPr/>
        <a:lstStyle/>
        <a:p>
          <a:pPr>
            <a:buNone/>
          </a:pPr>
          <a:r>
            <a:rPr lang="en-US"/>
            <a:t>Git merge conflicts between frontend &amp; backend</a:t>
          </a:r>
        </a:p>
      </dgm:t>
    </dgm:pt>
    <dgm:pt modelId="{7C66AF9B-B2E8-9142-87B1-E126DB5470B4}" type="parTrans" cxnId="{9AB12F8B-AE68-5C4C-A9A3-BF91A36BB100}">
      <dgm:prSet/>
      <dgm:spPr/>
      <dgm:t>
        <a:bodyPr/>
        <a:lstStyle/>
        <a:p>
          <a:endParaRPr lang="en-US"/>
        </a:p>
      </dgm:t>
    </dgm:pt>
    <dgm:pt modelId="{7920193C-CA81-0241-B6C9-09F72168ECE3}" type="sibTrans" cxnId="{9AB12F8B-AE68-5C4C-A9A3-BF91A36BB100}">
      <dgm:prSet/>
      <dgm:spPr/>
      <dgm:t>
        <a:bodyPr/>
        <a:lstStyle/>
        <a:p>
          <a:endParaRPr lang="en-US"/>
        </a:p>
      </dgm:t>
    </dgm:pt>
    <dgm:pt modelId="{AD1032F2-31A6-3D48-8302-B6D112A4FF08}" type="pres">
      <dgm:prSet presAssocID="{FFD45C98-3C82-4098-BE0E-6A3A68E2868D}" presName="linear" presStyleCnt="0">
        <dgm:presLayoutVars>
          <dgm:animLvl val="lvl"/>
          <dgm:resizeHandles val="exact"/>
        </dgm:presLayoutVars>
      </dgm:prSet>
      <dgm:spPr/>
    </dgm:pt>
    <dgm:pt modelId="{D5D37822-5A2B-CA43-A92F-947EC63BA212}" type="pres">
      <dgm:prSet presAssocID="{E13FB896-221D-408F-9940-9FE21664924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1F04630-F276-9B4E-B025-A2C08846BF8C}" type="pres">
      <dgm:prSet presAssocID="{D33D3296-4D6E-432A-B569-BF6CC31EDEB8}" presName="spacer" presStyleCnt="0"/>
      <dgm:spPr/>
    </dgm:pt>
    <dgm:pt modelId="{96D4C443-879D-EB4E-92CE-FC2430A9A8CC}" type="pres">
      <dgm:prSet presAssocID="{ECD34969-9BD4-4EEB-8E59-A1B68115C87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2E58F46-B436-934F-A1EA-9EDFDDF3F1F2}" type="pres">
      <dgm:prSet presAssocID="{82FBA85D-C190-435B-A23E-FC56EC11790B}" presName="spacer" presStyleCnt="0"/>
      <dgm:spPr/>
    </dgm:pt>
    <dgm:pt modelId="{F5B85420-4C39-9E44-B3F8-8A490D4AE986}" type="pres">
      <dgm:prSet presAssocID="{747F36FF-2C4D-47FA-B24C-F469F3CE290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9149484-9F66-3645-9E4E-226DF60A5FAE}" type="pres">
      <dgm:prSet presAssocID="{CD922F14-ECF5-4469-9B82-77A086B0342B}" presName="spacer" presStyleCnt="0"/>
      <dgm:spPr/>
    </dgm:pt>
    <dgm:pt modelId="{87759AC7-1FE7-6241-8F40-563430914760}" type="pres">
      <dgm:prSet presAssocID="{EF023B4A-6CD9-452D-BF7B-BB26382A433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4BF038-0B77-5740-A66C-6BB5D06620DE}" type="pres">
      <dgm:prSet presAssocID="{AA86D537-60BA-45F3-8370-D5DE4E0A148F}" presName="spacer" presStyleCnt="0"/>
      <dgm:spPr/>
    </dgm:pt>
    <dgm:pt modelId="{6417438F-4F6C-6D40-BBFF-1F7F598EAC52}" type="pres">
      <dgm:prSet presAssocID="{2DF09983-552C-1D44-9607-2240005B2B2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F093503-4E42-49F4-9F1A-FEF07026F20B}" srcId="{FFD45C98-3C82-4098-BE0E-6A3A68E2868D}" destId="{E13FB896-221D-408F-9940-9FE216649248}" srcOrd="0" destOrd="0" parTransId="{A367CC30-4A6C-4977-8F47-26B5531E2737}" sibTransId="{D33D3296-4D6E-432A-B569-BF6CC31EDEB8}"/>
    <dgm:cxn modelId="{E18EE20D-B114-8F4B-8F9E-9E5230FEE240}" type="presOf" srcId="{EF023B4A-6CD9-452D-BF7B-BB26382A433A}" destId="{87759AC7-1FE7-6241-8F40-563430914760}" srcOrd="0" destOrd="0" presId="urn:microsoft.com/office/officeart/2005/8/layout/vList2"/>
    <dgm:cxn modelId="{8B5F454E-7385-477D-A273-A73B3CBE8E2B}" srcId="{FFD45C98-3C82-4098-BE0E-6A3A68E2868D}" destId="{EF023B4A-6CD9-452D-BF7B-BB26382A433A}" srcOrd="3" destOrd="0" parTransId="{9B3BB1D2-CE1C-495F-B341-F26C2DB758FB}" sibTransId="{AA86D537-60BA-45F3-8370-D5DE4E0A148F}"/>
    <dgm:cxn modelId="{399AC684-B4D3-C849-8E0F-FFEA6ECBB174}" type="presOf" srcId="{FFD45C98-3C82-4098-BE0E-6A3A68E2868D}" destId="{AD1032F2-31A6-3D48-8302-B6D112A4FF08}" srcOrd="0" destOrd="0" presId="urn:microsoft.com/office/officeart/2005/8/layout/vList2"/>
    <dgm:cxn modelId="{9AB12F8B-AE68-5C4C-A9A3-BF91A36BB100}" srcId="{FFD45C98-3C82-4098-BE0E-6A3A68E2868D}" destId="{2DF09983-552C-1D44-9607-2240005B2B2F}" srcOrd="4" destOrd="0" parTransId="{7C66AF9B-B2E8-9142-87B1-E126DB5470B4}" sibTransId="{7920193C-CA81-0241-B6C9-09F72168ECE3}"/>
    <dgm:cxn modelId="{D17E749D-A5D0-424F-8B59-E2D47FE0A08D}" type="presOf" srcId="{E13FB896-221D-408F-9940-9FE216649248}" destId="{D5D37822-5A2B-CA43-A92F-947EC63BA212}" srcOrd="0" destOrd="0" presId="urn:microsoft.com/office/officeart/2005/8/layout/vList2"/>
    <dgm:cxn modelId="{C82238A5-80FA-4D07-BE48-AB1E62742891}" srcId="{FFD45C98-3C82-4098-BE0E-6A3A68E2868D}" destId="{ECD34969-9BD4-4EEB-8E59-A1B68115C877}" srcOrd="1" destOrd="0" parTransId="{10B4FA35-DCC5-4D18-BCB5-17A33D189925}" sibTransId="{82FBA85D-C190-435B-A23E-FC56EC11790B}"/>
    <dgm:cxn modelId="{AF1610D5-15FC-4457-AEAB-FB8C221E7808}" srcId="{FFD45C98-3C82-4098-BE0E-6A3A68E2868D}" destId="{747F36FF-2C4D-47FA-B24C-F469F3CE2906}" srcOrd="2" destOrd="0" parTransId="{C70B66B4-AFBE-47FC-8A4F-75BE216CD77B}" sibTransId="{CD922F14-ECF5-4469-9B82-77A086B0342B}"/>
    <dgm:cxn modelId="{428964D7-F1E2-4F43-87A2-DD6021AE8113}" type="presOf" srcId="{2DF09983-552C-1D44-9607-2240005B2B2F}" destId="{6417438F-4F6C-6D40-BBFF-1F7F598EAC52}" srcOrd="0" destOrd="0" presId="urn:microsoft.com/office/officeart/2005/8/layout/vList2"/>
    <dgm:cxn modelId="{6D2ACFD7-1C62-3E46-84AB-414EA4FCB315}" type="presOf" srcId="{ECD34969-9BD4-4EEB-8E59-A1B68115C877}" destId="{96D4C443-879D-EB4E-92CE-FC2430A9A8CC}" srcOrd="0" destOrd="0" presId="urn:microsoft.com/office/officeart/2005/8/layout/vList2"/>
    <dgm:cxn modelId="{A6EB4EE2-5153-8543-B4A1-E2CDC16FEB24}" type="presOf" srcId="{747F36FF-2C4D-47FA-B24C-F469F3CE2906}" destId="{F5B85420-4C39-9E44-B3F8-8A490D4AE986}" srcOrd="0" destOrd="0" presId="urn:microsoft.com/office/officeart/2005/8/layout/vList2"/>
    <dgm:cxn modelId="{1A5A36A1-9418-0E46-A22A-FE300632CEDA}" type="presParOf" srcId="{AD1032F2-31A6-3D48-8302-B6D112A4FF08}" destId="{D5D37822-5A2B-CA43-A92F-947EC63BA212}" srcOrd="0" destOrd="0" presId="urn:microsoft.com/office/officeart/2005/8/layout/vList2"/>
    <dgm:cxn modelId="{57E2E281-5957-EB4C-85C9-0C32F910CBF9}" type="presParOf" srcId="{AD1032F2-31A6-3D48-8302-B6D112A4FF08}" destId="{C1F04630-F276-9B4E-B025-A2C08846BF8C}" srcOrd="1" destOrd="0" presId="urn:microsoft.com/office/officeart/2005/8/layout/vList2"/>
    <dgm:cxn modelId="{38E1EB6E-E9F2-4B46-9110-83CE02300F66}" type="presParOf" srcId="{AD1032F2-31A6-3D48-8302-B6D112A4FF08}" destId="{96D4C443-879D-EB4E-92CE-FC2430A9A8CC}" srcOrd="2" destOrd="0" presId="urn:microsoft.com/office/officeart/2005/8/layout/vList2"/>
    <dgm:cxn modelId="{093F0786-6B19-0F4E-9B76-980A3E6DE5AF}" type="presParOf" srcId="{AD1032F2-31A6-3D48-8302-B6D112A4FF08}" destId="{52E58F46-B436-934F-A1EA-9EDFDDF3F1F2}" srcOrd="3" destOrd="0" presId="urn:microsoft.com/office/officeart/2005/8/layout/vList2"/>
    <dgm:cxn modelId="{6B7A9E3A-235C-4D4A-A616-3893B6CD2DF6}" type="presParOf" srcId="{AD1032F2-31A6-3D48-8302-B6D112A4FF08}" destId="{F5B85420-4C39-9E44-B3F8-8A490D4AE986}" srcOrd="4" destOrd="0" presId="urn:microsoft.com/office/officeart/2005/8/layout/vList2"/>
    <dgm:cxn modelId="{B888BACF-0F63-1748-9F67-5CFF07C7D124}" type="presParOf" srcId="{AD1032F2-31A6-3D48-8302-B6D112A4FF08}" destId="{59149484-9F66-3645-9E4E-226DF60A5FAE}" srcOrd="5" destOrd="0" presId="urn:microsoft.com/office/officeart/2005/8/layout/vList2"/>
    <dgm:cxn modelId="{08E28729-8E10-3D49-A285-DCE4CD474270}" type="presParOf" srcId="{AD1032F2-31A6-3D48-8302-B6D112A4FF08}" destId="{87759AC7-1FE7-6241-8F40-563430914760}" srcOrd="6" destOrd="0" presId="urn:microsoft.com/office/officeart/2005/8/layout/vList2"/>
    <dgm:cxn modelId="{7448B35B-29D0-C241-8425-CB4CCE17803E}" type="presParOf" srcId="{AD1032F2-31A6-3D48-8302-B6D112A4FF08}" destId="{C34BF038-0B77-5740-A66C-6BB5D06620DE}" srcOrd="7" destOrd="0" presId="urn:microsoft.com/office/officeart/2005/8/layout/vList2"/>
    <dgm:cxn modelId="{3238FBD8-B494-754C-80CF-FF1FA43399A5}" type="presParOf" srcId="{AD1032F2-31A6-3D48-8302-B6D112A4FF08}" destId="{6417438F-4F6C-6D40-BBFF-1F7F598EAC5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FD45C98-3C82-4098-BE0E-6A3A68E286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C67802-F21A-EA46-8E27-E4E9D7A2FC7D}">
      <dgm:prSet/>
      <dgm:spPr/>
      <dgm:t>
        <a:bodyPr/>
        <a:lstStyle/>
        <a:p>
          <a:pPr>
            <a:buNone/>
          </a:pPr>
          <a:r>
            <a:rPr lang="en-US"/>
            <a:t>Authentication setup complexity</a:t>
          </a:r>
        </a:p>
      </dgm:t>
    </dgm:pt>
    <dgm:pt modelId="{D900FE7D-9418-EC4C-AC4B-4F9B719D47DE}" type="parTrans" cxnId="{AEDFAAF1-733A-0849-B25C-09700FA7261B}">
      <dgm:prSet/>
      <dgm:spPr/>
      <dgm:t>
        <a:bodyPr/>
        <a:lstStyle/>
        <a:p>
          <a:endParaRPr lang="en-US"/>
        </a:p>
      </dgm:t>
    </dgm:pt>
    <dgm:pt modelId="{B5F17CDF-E116-124A-A792-61E332EF68BE}" type="sibTrans" cxnId="{AEDFAAF1-733A-0849-B25C-09700FA7261B}">
      <dgm:prSet/>
      <dgm:spPr/>
      <dgm:t>
        <a:bodyPr/>
        <a:lstStyle/>
        <a:p>
          <a:endParaRPr lang="en-US"/>
        </a:p>
      </dgm:t>
    </dgm:pt>
    <dgm:pt modelId="{07F48389-F21F-EE4D-A67E-E9C8C99816E9}">
      <dgm:prSet/>
      <dgm:spPr/>
      <dgm:t>
        <a:bodyPr/>
        <a:lstStyle/>
        <a:p>
          <a:pPr>
            <a:buNone/>
          </a:pPr>
          <a:r>
            <a:rPr lang="en-US"/>
            <a:t>Geolocation API restrictions → needed simulation</a:t>
          </a:r>
        </a:p>
      </dgm:t>
    </dgm:pt>
    <dgm:pt modelId="{A29FB0CF-8DE2-BC4A-BF9A-14B7DD961183}" type="parTrans" cxnId="{0778E242-2494-DA48-9129-14333C5CB0F5}">
      <dgm:prSet/>
      <dgm:spPr/>
      <dgm:t>
        <a:bodyPr/>
        <a:lstStyle/>
        <a:p>
          <a:endParaRPr lang="en-US"/>
        </a:p>
      </dgm:t>
    </dgm:pt>
    <dgm:pt modelId="{9D063425-088A-774D-89DC-7F2E18C64101}" type="sibTrans" cxnId="{0778E242-2494-DA48-9129-14333C5CB0F5}">
      <dgm:prSet/>
      <dgm:spPr/>
      <dgm:t>
        <a:bodyPr/>
        <a:lstStyle/>
        <a:p>
          <a:endParaRPr lang="en-US"/>
        </a:p>
      </dgm:t>
    </dgm:pt>
    <dgm:pt modelId="{53FBC76B-820F-C040-9A96-4074BE5AD5E7}">
      <dgm:prSet/>
      <dgm:spPr/>
      <dgm:t>
        <a:bodyPr/>
        <a:lstStyle/>
        <a:p>
          <a:pPr>
            <a:buNone/>
          </a:pPr>
          <a:r>
            <a:rPr lang="en-US"/>
            <a:t>Time constraints across 5 sprints</a:t>
          </a:r>
        </a:p>
      </dgm:t>
    </dgm:pt>
    <dgm:pt modelId="{5780F46B-023A-514E-B0D7-5E7305954036}" type="parTrans" cxnId="{2E4FF1C6-7AFC-BF4F-8F14-102DF5BE5EF8}">
      <dgm:prSet/>
      <dgm:spPr/>
      <dgm:t>
        <a:bodyPr/>
        <a:lstStyle/>
        <a:p>
          <a:endParaRPr lang="en-US"/>
        </a:p>
      </dgm:t>
    </dgm:pt>
    <dgm:pt modelId="{83DF3ECA-EA9D-0C4B-8D3F-CBC7C9EED97D}" type="sibTrans" cxnId="{2E4FF1C6-7AFC-BF4F-8F14-102DF5BE5EF8}">
      <dgm:prSet/>
      <dgm:spPr/>
      <dgm:t>
        <a:bodyPr/>
        <a:lstStyle/>
        <a:p>
          <a:endParaRPr lang="en-US"/>
        </a:p>
      </dgm:t>
    </dgm:pt>
    <dgm:pt modelId="{54022BD5-8760-E142-99B2-0FB9C0E56B57}">
      <dgm:prSet/>
      <dgm:spPr/>
      <dgm:t>
        <a:bodyPr/>
        <a:lstStyle/>
        <a:p>
          <a:pPr>
            <a:buNone/>
          </a:pPr>
          <a:r>
            <a:rPr lang="en-US"/>
            <a:t>Learning curve with Entity Framework migrations</a:t>
          </a:r>
        </a:p>
      </dgm:t>
    </dgm:pt>
    <dgm:pt modelId="{9EDBE9BB-5110-0441-B78F-6E8605F7AE27}" type="parTrans" cxnId="{D5425C1F-25D6-DF4B-8FCF-59BC0236B455}">
      <dgm:prSet/>
      <dgm:spPr/>
      <dgm:t>
        <a:bodyPr/>
        <a:lstStyle/>
        <a:p>
          <a:endParaRPr lang="en-US"/>
        </a:p>
      </dgm:t>
    </dgm:pt>
    <dgm:pt modelId="{B0480F45-63AA-B34F-84BD-194480138930}" type="sibTrans" cxnId="{D5425C1F-25D6-DF4B-8FCF-59BC0236B455}">
      <dgm:prSet/>
      <dgm:spPr/>
      <dgm:t>
        <a:bodyPr/>
        <a:lstStyle/>
        <a:p>
          <a:endParaRPr lang="en-US"/>
        </a:p>
      </dgm:t>
    </dgm:pt>
    <dgm:pt modelId="{AD1032F2-31A6-3D48-8302-B6D112A4FF08}" type="pres">
      <dgm:prSet presAssocID="{FFD45C98-3C82-4098-BE0E-6A3A68E2868D}" presName="linear" presStyleCnt="0">
        <dgm:presLayoutVars>
          <dgm:animLvl val="lvl"/>
          <dgm:resizeHandles val="exact"/>
        </dgm:presLayoutVars>
      </dgm:prSet>
      <dgm:spPr/>
    </dgm:pt>
    <dgm:pt modelId="{BAE36DB9-6901-1D41-9D7C-28E8AF39C783}" type="pres">
      <dgm:prSet presAssocID="{CCC67802-F21A-EA46-8E27-E4E9D7A2FC7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6CE3C5B-A081-D949-AE93-07CEFA0F0ADD}" type="pres">
      <dgm:prSet presAssocID="{B5F17CDF-E116-124A-A792-61E332EF68BE}" presName="spacer" presStyleCnt="0"/>
      <dgm:spPr/>
    </dgm:pt>
    <dgm:pt modelId="{4238E194-CC8A-7D4F-B2DF-B6B01276D878}" type="pres">
      <dgm:prSet presAssocID="{07F48389-F21F-EE4D-A67E-E9C8C99816E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C398EC-A2FB-9A48-BD5A-6B98C79A294C}" type="pres">
      <dgm:prSet presAssocID="{9D063425-088A-774D-89DC-7F2E18C64101}" presName="spacer" presStyleCnt="0"/>
      <dgm:spPr/>
    </dgm:pt>
    <dgm:pt modelId="{566B3CA3-2A80-6447-844B-CED1642F4C20}" type="pres">
      <dgm:prSet presAssocID="{53FBC76B-820F-C040-9A96-4074BE5AD5E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D2DB040-7963-AA42-B5FD-B9F7D11B8C43}" type="pres">
      <dgm:prSet presAssocID="{83DF3ECA-EA9D-0C4B-8D3F-CBC7C9EED97D}" presName="spacer" presStyleCnt="0"/>
      <dgm:spPr/>
    </dgm:pt>
    <dgm:pt modelId="{581DF1BF-01DC-8245-97DB-0226141B569C}" type="pres">
      <dgm:prSet presAssocID="{54022BD5-8760-E142-99B2-0FB9C0E56B5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4BCBA15-F8C1-0048-A80A-0080DEAD3824}" type="presOf" srcId="{54022BD5-8760-E142-99B2-0FB9C0E56B57}" destId="{581DF1BF-01DC-8245-97DB-0226141B569C}" srcOrd="0" destOrd="0" presId="urn:microsoft.com/office/officeart/2005/8/layout/vList2"/>
    <dgm:cxn modelId="{D5425C1F-25D6-DF4B-8FCF-59BC0236B455}" srcId="{FFD45C98-3C82-4098-BE0E-6A3A68E2868D}" destId="{54022BD5-8760-E142-99B2-0FB9C0E56B57}" srcOrd="3" destOrd="0" parTransId="{9EDBE9BB-5110-0441-B78F-6E8605F7AE27}" sibTransId="{B0480F45-63AA-B34F-84BD-194480138930}"/>
    <dgm:cxn modelId="{0778E242-2494-DA48-9129-14333C5CB0F5}" srcId="{FFD45C98-3C82-4098-BE0E-6A3A68E2868D}" destId="{07F48389-F21F-EE4D-A67E-E9C8C99816E9}" srcOrd="1" destOrd="0" parTransId="{A29FB0CF-8DE2-BC4A-BF9A-14B7DD961183}" sibTransId="{9D063425-088A-774D-89DC-7F2E18C64101}"/>
    <dgm:cxn modelId="{D159BE4A-BC31-7448-9BEB-74608161FA55}" type="presOf" srcId="{07F48389-F21F-EE4D-A67E-E9C8C99816E9}" destId="{4238E194-CC8A-7D4F-B2DF-B6B01276D878}" srcOrd="0" destOrd="0" presId="urn:microsoft.com/office/officeart/2005/8/layout/vList2"/>
    <dgm:cxn modelId="{5A502C6F-34A2-664C-8611-EF6DE159C882}" type="presOf" srcId="{CCC67802-F21A-EA46-8E27-E4E9D7A2FC7D}" destId="{BAE36DB9-6901-1D41-9D7C-28E8AF39C783}" srcOrd="0" destOrd="0" presId="urn:microsoft.com/office/officeart/2005/8/layout/vList2"/>
    <dgm:cxn modelId="{EC452F59-6020-B34D-A8BB-510A6C08E118}" type="presOf" srcId="{53FBC76B-820F-C040-9A96-4074BE5AD5E7}" destId="{566B3CA3-2A80-6447-844B-CED1642F4C20}" srcOrd="0" destOrd="0" presId="urn:microsoft.com/office/officeart/2005/8/layout/vList2"/>
    <dgm:cxn modelId="{399AC684-B4D3-C849-8E0F-FFEA6ECBB174}" type="presOf" srcId="{FFD45C98-3C82-4098-BE0E-6A3A68E2868D}" destId="{AD1032F2-31A6-3D48-8302-B6D112A4FF08}" srcOrd="0" destOrd="0" presId="urn:microsoft.com/office/officeart/2005/8/layout/vList2"/>
    <dgm:cxn modelId="{2E4FF1C6-7AFC-BF4F-8F14-102DF5BE5EF8}" srcId="{FFD45C98-3C82-4098-BE0E-6A3A68E2868D}" destId="{53FBC76B-820F-C040-9A96-4074BE5AD5E7}" srcOrd="2" destOrd="0" parTransId="{5780F46B-023A-514E-B0D7-5E7305954036}" sibTransId="{83DF3ECA-EA9D-0C4B-8D3F-CBC7C9EED97D}"/>
    <dgm:cxn modelId="{AEDFAAF1-733A-0849-B25C-09700FA7261B}" srcId="{FFD45C98-3C82-4098-BE0E-6A3A68E2868D}" destId="{CCC67802-F21A-EA46-8E27-E4E9D7A2FC7D}" srcOrd="0" destOrd="0" parTransId="{D900FE7D-9418-EC4C-AC4B-4F9B719D47DE}" sibTransId="{B5F17CDF-E116-124A-A792-61E332EF68BE}"/>
    <dgm:cxn modelId="{4ECDDB33-2F3E-F442-9A50-449A3A1BF094}" type="presParOf" srcId="{AD1032F2-31A6-3D48-8302-B6D112A4FF08}" destId="{BAE36DB9-6901-1D41-9D7C-28E8AF39C783}" srcOrd="0" destOrd="0" presId="urn:microsoft.com/office/officeart/2005/8/layout/vList2"/>
    <dgm:cxn modelId="{DFA2B4C8-5D71-D942-BCC2-013408924127}" type="presParOf" srcId="{AD1032F2-31A6-3D48-8302-B6D112A4FF08}" destId="{96CE3C5B-A081-D949-AE93-07CEFA0F0ADD}" srcOrd="1" destOrd="0" presId="urn:microsoft.com/office/officeart/2005/8/layout/vList2"/>
    <dgm:cxn modelId="{12B21408-EBBD-BC40-B36D-9B569EDCD9D8}" type="presParOf" srcId="{AD1032F2-31A6-3D48-8302-B6D112A4FF08}" destId="{4238E194-CC8A-7D4F-B2DF-B6B01276D878}" srcOrd="2" destOrd="0" presId="urn:microsoft.com/office/officeart/2005/8/layout/vList2"/>
    <dgm:cxn modelId="{14FEB3EC-FC0B-E246-9379-3A39D2DC8759}" type="presParOf" srcId="{AD1032F2-31A6-3D48-8302-B6D112A4FF08}" destId="{6AC398EC-A2FB-9A48-BD5A-6B98C79A294C}" srcOrd="3" destOrd="0" presId="urn:microsoft.com/office/officeart/2005/8/layout/vList2"/>
    <dgm:cxn modelId="{3A1FCAB8-15CB-1041-8E45-1D1AA04F2C7B}" type="presParOf" srcId="{AD1032F2-31A6-3D48-8302-B6D112A4FF08}" destId="{566B3CA3-2A80-6447-844B-CED1642F4C20}" srcOrd="4" destOrd="0" presId="urn:microsoft.com/office/officeart/2005/8/layout/vList2"/>
    <dgm:cxn modelId="{E557A9BF-7065-E947-8BA7-1D4168B97E07}" type="presParOf" srcId="{AD1032F2-31A6-3D48-8302-B6D112A4FF08}" destId="{3D2DB040-7963-AA42-B5FD-B9F7D11B8C43}" srcOrd="5" destOrd="0" presId="urn:microsoft.com/office/officeart/2005/8/layout/vList2"/>
    <dgm:cxn modelId="{658914D2-E464-E143-B3D1-6432E80B3607}" type="presParOf" srcId="{AD1032F2-31A6-3D48-8302-B6D112A4FF08}" destId="{581DF1BF-01DC-8245-97DB-0226141B569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6E0761E-BA14-444F-9B12-155ABFC1D40A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F9862AB-3A03-429C-836B-14038B931471}">
      <dgm:prSet/>
      <dgm:spPr/>
      <dgm:t>
        <a:bodyPr/>
        <a:lstStyle/>
        <a:p>
          <a:pPr rtl="0"/>
          <a:r>
            <a:rPr lang="en-US"/>
            <a:t>Sprint 1</a:t>
          </a:r>
          <a:r>
            <a:rPr lang="en-US">
              <a:latin typeface="Calibri"/>
            </a:rPr>
            <a:t>: The Sprint Goal was to establish a base for the project by both researching technologies to apply to the project and creating structures for the application and the database.</a:t>
          </a:r>
          <a:endParaRPr lang="en-US"/>
        </a:p>
      </dgm:t>
    </dgm:pt>
    <dgm:pt modelId="{B73BC1F4-468C-40B0-88B0-B3F12D7FDF6F}" type="parTrans" cxnId="{3C2B7D32-24A1-4260-A258-E5DB15A7CB93}">
      <dgm:prSet/>
      <dgm:spPr/>
      <dgm:t>
        <a:bodyPr/>
        <a:lstStyle/>
        <a:p>
          <a:endParaRPr lang="en-US"/>
        </a:p>
      </dgm:t>
    </dgm:pt>
    <dgm:pt modelId="{2561956A-C28B-4ED3-BE6A-55C03900A358}" type="sibTrans" cxnId="{3C2B7D32-24A1-4260-A258-E5DB15A7CB93}">
      <dgm:prSet/>
      <dgm:spPr/>
      <dgm:t>
        <a:bodyPr/>
        <a:lstStyle/>
        <a:p>
          <a:endParaRPr lang="en-US"/>
        </a:p>
      </dgm:t>
    </dgm:pt>
    <dgm:pt modelId="{A096AD4D-4F38-4BB3-BEE1-42F7E157892D}">
      <dgm:prSet/>
      <dgm:spPr/>
      <dgm:t>
        <a:bodyPr/>
        <a:lstStyle/>
        <a:p>
          <a:pPr rtl="0"/>
          <a:r>
            <a:rPr lang="en-US"/>
            <a:t>Sprint 2</a:t>
          </a:r>
          <a:r>
            <a:rPr lang="en-US">
              <a:latin typeface="Calibri"/>
            </a:rPr>
            <a:t>: The Sprint Goal was to set up the last important pieces to help the project continue properly. This was goals like fixing the Kanban Board and finding the final API.</a:t>
          </a:r>
          <a:endParaRPr lang="en-US"/>
        </a:p>
      </dgm:t>
    </dgm:pt>
    <dgm:pt modelId="{684D6CF0-4B9C-424B-AAB4-B9EF72BEA5E0}" type="parTrans" cxnId="{58469121-A260-454C-A84C-6B6FC6C0DFBB}">
      <dgm:prSet/>
      <dgm:spPr/>
      <dgm:t>
        <a:bodyPr/>
        <a:lstStyle/>
        <a:p>
          <a:endParaRPr lang="en-US"/>
        </a:p>
      </dgm:t>
    </dgm:pt>
    <dgm:pt modelId="{B82470AE-7D8C-4D7C-9E50-15E838BEE0B4}" type="sibTrans" cxnId="{58469121-A260-454C-A84C-6B6FC6C0DFBB}">
      <dgm:prSet/>
      <dgm:spPr/>
      <dgm:t>
        <a:bodyPr/>
        <a:lstStyle/>
        <a:p>
          <a:endParaRPr lang="en-US"/>
        </a:p>
      </dgm:t>
    </dgm:pt>
    <dgm:pt modelId="{4B9658C0-100F-45C7-BD6E-496BC640E266}">
      <dgm:prSet/>
      <dgm:spPr/>
      <dgm:t>
        <a:bodyPr/>
        <a:lstStyle/>
        <a:p>
          <a:r>
            <a:rPr lang="en-US"/>
            <a:t>Sprint 3:The main Sprint goals we were working toward during this period were getting the location tracking started and building the log in system for the web page. </a:t>
          </a:r>
        </a:p>
      </dgm:t>
    </dgm:pt>
    <dgm:pt modelId="{BCCC2D96-0453-4B6D-81DC-C65A37BEF497}" type="parTrans" cxnId="{817D7DD5-1922-47F9-9A25-72E34F1DD3F9}">
      <dgm:prSet/>
      <dgm:spPr/>
      <dgm:t>
        <a:bodyPr/>
        <a:lstStyle/>
        <a:p>
          <a:endParaRPr lang="en-US"/>
        </a:p>
      </dgm:t>
    </dgm:pt>
    <dgm:pt modelId="{54FE974B-AD91-4380-BD02-2A01B9C1178A}" type="sibTrans" cxnId="{817D7DD5-1922-47F9-9A25-72E34F1DD3F9}">
      <dgm:prSet/>
      <dgm:spPr/>
      <dgm:t>
        <a:bodyPr/>
        <a:lstStyle/>
        <a:p>
          <a:endParaRPr lang="en-US"/>
        </a:p>
      </dgm:t>
    </dgm:pt>
    <dgm:pt modelId="{41AB0023-1762-4E3A-A5E6-216A551F52B5}">
      <dgm:prSet/>
      <dgm:spPr/>
      <dgm:t>
        <a:bodyPr/>
        <a:lstStyle/>
        <a:p>
          <a:r>
            <a:rPr lang="en-US"/>
            <a:t>Sprint 4: For this sprint we worked on dividing up the last tasks needed for a minimum viable product, along with finishing the geo location tracking and frontend final touches.</a:t>
          </a:r>
        </a:p>
      </dgm:t>
    </dgm:pt>
    <dgm:pt modelId="{BA60C28C-1E33-4B80-A3E5-E04DE78D16DD}" type="parTrans" cxnId="{5CC743F8-226D-490A-8C48-379696386ED0}">
      <dgm:prSet/>
      <dgm:spPr/>
      <dgm:t>
        <a:bodyPr/>
        <a:lstStyle/>
        <a:p>
          <a:endParaRPr lang="en-US"/>
        </a:p>
      </dgm:t>
    </dgm:pt>
    <dgm:pt modelId="{19624A14-A99A-4892-9CEB-8D89C981BFE4}" type="sibTrans" cxnId="{5CC743F8-226D-490A-8C48-379696386ED0}">
      <dgm:prSet/>
      <dgm:spPr/>
      <dgm:t>
        <a:bodyPr/>
        <a:lstStyle/>
        <a:p>
          <a:endParaRPr lang="en-US"/>
        </a:p>
      </dgm:t>
    </dgm:pt>
    <dgm:pt modelId="{10E6C80A-0A54-4F29-92C4-6393727FA5A1}">
      <dgm:prSet/>
      <dgm:spPr/>
      <dgm:t>
        <a:bodyPr/>
        <a:lstStyle/>
        <a:p>
          <a:r>
            <a:rPr lang="en-US"/>
            <a:t>Sprint 5: The goal of this sprint was to wrap up the project, combine front and back end, and create a presentable product. In the end, we achieved a functional product.</a:t>
          </a:r>
        </a:p>
      </dgm:t>
    </dgm:pt>
    <dgm:pt modelId="{58CAEDD6-AD9F-4083-96DA-52E63BBB6335}" type="parTrans" cxnId="{7F4A9619-8052-45D8-B3F9-FA3C944CD6EE}">
      <dgm:prSet/>
      <dgm:spPr/>
      <dgm:t>
        <a:bodyPr/>
        <a:lstStyle/>
        <a:p>
          <a:endParaRPr lang="en-US"/>
        </a:p>
      </dgm:t>
    </dgm:pt>
    <dgm:pt modelId="{F8D82710-F878-4589-9EEA-B119FEBE38A9}" type="sibTrans" cxnId="{7F4A9619-8052-45D8-B3F9-FA3C944CD6EE}">
      <dgm:prSet/>
      <dgm:spPr/>
      <dgm:t>
        <a:bodyPr/>
        <a:lstStyle/>
        <a:p>
          <a:endParaRPr lang="en-US"/>
        </a:p>
      </dgm:t>
    </dgm:pt>
    <dgm:pt modelId="{7FF00BBE-0090-8B47-AA28-699BE7BA1E8C}" type="pres">
      <dgm:prSet presAssocID="{F6E0761E-BA14-444F-9B12-155ABFC1D40A}" presName="vert0" presStyleCnt="0">
        <dgm:presLayoutVars>
          <dgm:dir/>
          <dgm:animOne val="branch"/>
          <dgm:animLvl val="lvl"/>
        </dgm:presLayoutVars>
      </dgm:prSet>
      <dgm:spPr/>
    </dgm:pt>
    <dgm:pt modelId="{CD0E0E3E-7825-024E-B9E5-BDD510B289E1}" type="pres">
      <dgm:prSet presAssocID="{BF9862AB-3A03-429C-836B-14038B931471}" presName="thickLine" presStyleLbl="alignNode1" presStyleIdx="0" presStyleCnt="5"/>
      <dgm:spPr/>
    </dgm:pt>
    <dgm:pt modelId="{E33D1438-36EC-9243-B0DD-0EFBFC80CF70}" type="pres">
      <dgm:prSet presAssocID="{BF9862AB-3A03-429C-836B-14038B931471}" presName="horz1" presStyleCnt="0"/>
      <dgm:spPr/>
    </dgm:pt>
    <dgm:pt modelId="{4026F0E3-5E9B-304E-AF49-2D81A2CEE207}" type="pres">
      <dgm:prSet presAssocID="{BF9862AB-3A03-429C-836B-14038B931471}" presName="tx1" presStyleLbl="revTx" presStyleIdx="0" presStyleCnt="5"/>
      <dgm:spPr/>
    </dgm:pt>
    <dgm:pt modelId="{6D91CF1E-79AE-D34F-AF64-94A3E76891D8}" type="pres">
      <dgm:prSet presAssocID="{BF9862AB-3A03-429C-836B-14038B931471}" presName="vert1" presStyleCnt="0"/>
      <dgm:spPr/>
    </dgm:pt>
    <dgm:pt modelId="{C1BF5225-D09A-FE47-8246-9A96E40E8A55}" type="pres">
      <dgm:prSet presAssocID="{A096AD4D-4F38-4BB3-BEE1-42F7E157892D}" presName="thickLine" presStyleLbl="alignNode1" presStyleIdx="1" presStyleCnt="5"/>
      <dgm:spPr/>
    </dgm:pt>
    <dgm:pt modelId="{D7B756EE-F08A-3F4B-835D-5934F739F22E}" type="pres">
      <dgm:prSet presAssocID="{A096AD4D-4F38-4BB3-BEE1-42F7E157892D}" presName="horz1" presStyleCnt="0"/>
      <dgm:spPr/>
    </dgm:pt>
    <dgm:pt modelId="{22B6A02F-D6FC-F849-A4EE-DA8723A7741D}" type="pres">
      <dgm:prSet presAssocID="{A096AD4D-4F38-4BB3-BEE1-42F7E157892D}" presName="tx1" presStyleLbl="revTx" presStyleIdx="1" presStyleCnt="5"/>
      <dgm:spPr/>
    </dgm:pt>
    <dgm:pt modelId="{6B358953-EF1E-154E-B597-D73C2D83CAD7}" type="pres">
      <dgm:prSet presAssocID="{A096AD4D-4F38-4BB3-BEE1-42F7E157892D}" presName="vert1" presStyleCnt="0"/>
      <dgm:spPr/>
    </dgm:pt>
    <dgm:pt modelId="{F7131632-F5EA-E043-BB01-3F401E6B93F2}" type="pres">
      <dgm:prSet presAssocID="{4B9658C0-100F-45C7-BD6E-496BC640E266}" presName="thickLine" presStyleLbl="alignNode1" presStyleIdx="2" presStyleCnt="5"/>
      <dgm:spPr/>
    </dgm:pt>
    <dgm:pt modelId="{447E6A34-BB6E-9247-B9D1-58C29C711454}" type="pres">
      <dgm:prSet presAssocID="{4B9658C0-100F-45C7-BD6E-496BC640E266}" presName="horz1" presStyleCnt="0"/>
      <dgm:spPr/>
    </dgm:pt>
    <dgm:pt modelId="{551A9897-0BA8-6749-82FA-69103265DE34}" type="pres">
      <dgm:prSet presAssocID="{4B9658C0-100F-45C7-BD6E-496BC640E266}" presName="tx1" presStyleLbl="revTx" presStyleIdx="2" presStyleCnt="5"/>
      <dgm:spPr/>
    </dgm:pt>
    <dgm:pt modelId="{7405CC02-D7C6-1647-9FC9-66F08A79D8F8}" type="pres">
      <dgm:prSet presAssocID="{4B9658C0-100F-45C7-BD6E-496BC640E266}" presName="vert1" presStyleCnt="0"/>
      <dgm:spPr/>
    </dgm:pt>
    <dgm:pt modelId="{4D4D1F6E-E41C-234B-980F-F1FD3E9DB91E}" type="pres">
      <dgm:prSet presAssocID="{41AB0023-1762-4E3A-A5E6-216A551F52B5}" presName="thickLine" presStyleLbl="alignNode1" presStyleIdx="3" presStyleCnt="5"/>
      <dgm:spPr/>
    </dgm:pt>
    <dgm:pt modelId="{27212D0C-29F8-EA4F-9AF8-CCC27D7E9764}" type="pres">
      <dgm:prSet presAssocID="{41AB0023-1762-4E3A-A5E6-216A551F52B5}" presName="horz1" presStyleCnt="0"/>
      <dgm:spPr/>
    </dgm:pt>
    <dgm:pt modelId="{A32AD9ED-82DD-3143-AB1B-DF2133A5E7B8}" type="pres">
      <dgm:prSet presAssocID="{41AB0023-1762-4E3A-A5E6-216A551F52B5}" presName="tx1" presStyleLbl="revTx" presStyleIdx="3" presStyleCnt="5"/>
      <dgm:spPr/>
    </dgm:pt>
    <dgm:pt modelId="{AEFD0B0D-3AA7-B24D-A01A-92B797D5D351}" type="pres">
      <dgm:prSet presAssocID="{41AB0023-1762-4E3A-A5E6-216A551F52B5}" presName="vert1" presStyleCnt="0"/>
      <dgm:spPr/>
    </dgm:pt>
    <dgm:pt modelId="{121F999C-D57D-5A43-8537-B73F1A5FF18F}" type="pres">
      <dgm:prSet presAssocID="{10E6C80A-0A54-4F29-92C4-6393727FA5A1}" presName="thickLine" presStyleLbl="alignNode1" presStyleIdx="4" presStyleCnt="5"/>
      <dgm:spPr/>
    </dgm:pt>
    <dgm:pt modelId="{7D773E6B-8D9D-104A-848B-3FD170AE947E}" type="pres">
      <dgm:prSet presAssocID="{10E6C80A-0A54-4F29-92C4-6393727FA5A1}" presName="horz1" presStyleCnt="0"/>
      <dgm:spPr/>
    </dgm:pt>
    <dgm:pt modelId="{BDF5D9DD-C2B7-9642-8DBE-51794ADC7578}" type="pres">
      <dgm:prSet presAssocID="{10E6C80A-0A54-4F29-92C4-6393727FA5A1}" presName="tx1" presStyleLbl="revTx" presStyleIdx="4" presStyleCnt="5"/>
      <dgm:spPr/>
    </dgm:pt>
    <dgm:pt modelId="{FCE25964-9ABD-5E49-9DDE-5D98F28DD7A9}" type="pres">
      <dgm:prSet presAssocID="{10E6C80A-0A54-4F29-92C4-6393727FA5A1}" presName="vert1" presStyleCnt="0"/>
      <dgm:spPr/>
    </dgm:pt>
  </dgm:ptLst>
  <dgm:cxnLst>
    <dgm:cxn modelId="{C253920B-8207-CA4F-AFEB-EFA7EC978892}" type="presOf" srcId="{4B9658C0-100F-45C7-BD6E-496BC640E266}" destId="{551A9897-0BA8-6749-82FA-69103265DE34}" srcOrd="0" destOrd="0" presId="urn:microsoft.com/office/officeart/2008/layout/LinedList"/>
    <dgm:cxn modelId="{1FA27917-039B-2E47-B250-D80A94DEB96D}" type="presOf" srcId="{10E6C80A-0A54-4F29-92C4-6393727FA5A1}" destId="{BDF5D9DD-C2B7-9642-8DBE-51794ADC7578}" srcOrd="0" destOrd="0" presId="urn:microsoft.com/office/officeart/2008/layout/LinedList"/>
    <dgm:cxn modelId="{7F4A9619-8052-45D8-B3F9-FA3C944CD6EE}" srcId="{F6E0761E-BA14-444F-9B12-155ABFC1D40A}" destId="{10E6C80A-0A54-4F29-92C4-6393727FA5A1}" srcOrd="4" destOrd="0" parTransId="{58CAEDD6-AD9F-4083-96DA-52E63BBB6335}" sibTransId="{F8D82710-F878-4589-9EEA-B119FEBE38A9}"/>
    <dgm:cxn modelId="{58469121-A260-454C-A84C-6B6FC6C0DFBB}" srcId="{F6E0761E-BA14-444F-9B12-155ABFC1D40A}" destId="{A096AD4D-4F38-4BB3-BEE1-42F7E157892D}" srcOrd="1" destOrd="0" parTransId="{684D6CF0-4B9C-424B-AAB4-B9EF72BEA5E0}" sibTransId="{B82470AE-7D8C-4D7C-9E50-15E838BEE0B4}"/>
    <dgm:cxn modelId="{9FD8C625-9082-9A4F-B1FC-CF28AD03E3E1}" type="presOf" srcId="{A096AD4D-4F38-4BB3-BEE1-42F7E157892D}" destId="{22B6A02F-D6FC-F849-A4EE-DA8723A7741D}" srcOrd="0" destOrd="0" presId="urn:microsoft.com/office/officeart/2008/layout/LinedList"/>
    <dgm:cxn modelId="{3C2B7D32-24A1-4260-A258-E5DB15A7CB93}" srcId="{F6E0761E-BA14-444F-9B12-155ABFC1D40A}" destId="{BF9862AB-3A03-429C-836B-14038B931471}" srcOrd="0" destOrd="0" parTransId="{B73BC1F4-468C-40B0-88B0-B3F12D7FDF6F}" sibTransId="{2561956A-C28B-4ED3-BE6A-55C03900A358}"/>
    <dgm:cxn modelId="{4968BD65-98ED-4D4E-BE45-CAE7943C5AAD}" type="presOf" srcId="{41AB0023-1762-4E3A-A5E6-216A551F52B5}" destId="{A32AD9ED-82DD-3143-AB1B-DF2133A5E7B8}" srcOrd="0" destOrd="0" presId="urn:microsoft.com/office/officeart/2008/layout/LinedList"/>
    <dgm:cxn modelId="{CB83BAB1-8417-8E49-9DC4-92BF53E844B2}" type="presOf" srcId="{BF9862AB-3A03-429C-836B-14038B931471}" destId="{4026F0E3-5E9B-304E-AF49-2D81A2CEE207}" srcOrd="0" destOrd="0" presId="urn:microsoft.com/office/officeart/2008/layout/LinedList"/>
    <dgm:cxn modelId="{79659DC1-2DB8-8045-BF50-FC8DFA6D9483}" type="presOf" srcId="{F6E0761E-BA14-444F-9B12-155ABFC1D40A}" destId="{7FF00BBE-0090-8B47-AA28-699BE7BA1E8C}" srcOrd="0" destOrd="0" presId="urn:microsoft.com/office/officeart/2008/layout/LinedList"/>
    <dgm:cxn modelId="{817D7DD5-1922-47F9-9A25-72E34F1DD3F9}" srcId="{F6E0761E-BA14-444F-9B12-155ABFC1D40A}" destId="{4B9658C0-100F-45C7-BD6E-496BC640E266}" srcOrd="2" destOrd="0" parTransId="{BCCC2D96-0453-4B6D-81DC-C65A37BEF497}" sibTransId="{54FE974B-AD91-4380-BD02-2A01B9C1178A}"/>
    <dgm:cxn modelId="{5CC743F8-226D-490A-8C48-379696386ED0}" srcId="{F6E0761E-BA14-444F-9B12-155ABFC1D40A}" destId="{41AB0023-1762-4E3A-A5E6-216A551F52B5}" srcOrd="3" destOrd="0" parTransId="{BA60C28C-1E33-4B80-A3E5-E04DE78D16DD}" sibTransId="{19624A14-A99A-4892-9CEB-8D89C981BFE4}"/>
    <dgm:cxn modelId="{C346B1BF-9AC5-5940-8A4B-81ABC8AEE749}" type="presParOf" srcId="{7FF00BBE-0090-8B47-AA28-699BE7BA1E8C}" destId="{CD0E0E3E-7825-024E-B9E5-BDD510B289E1}" srcOrd="0" destOrd="0" presId="urn:microsoft.com/office/officeart/2008/layout/LinedList"/>
    <dgm:cxn modelId="{9D807D18-964A-4442-B0DE-B37FECBBF44C}" type="presParOf" srcId="{7FF00BBE-0090-8B47-AA28-699BE7BA1E8C}" destId="{E33D1438-36EC-9243-B0DD-0EFBFC80CF70}" srcOrd="1" destOrd="0" presId="urn:microsoft.com/office/officeart/2008/layout/LinedList"/>
    <dgm:cxn modelId="{46FDB8FD-8DB1-3040-8C48-1B34E54BC069}" type="presParOf" srcId="{E33D1438-36EC-9243-B0DD-0EFBFC80CF70}" destId="{4026F0E3-5E9B-304E-AF49-2D81A2CEE207}" srcOrd="0" destOrd="0" presId="urn:microsoft.com/office/officeart/2008/layout/LinedList"/>
    <dgm:cxn modelId="{9C74D838-FB4F-D841-AD42-188861F82794}" type="presParOf" srcId="{E33D1438-36EC-9243-B0DD-0EFBFC80CF70}" destId="{6D91CF1E-79AE-D34F-AF64-94A3E76891D8}" srcOrd="1" destOrd="0" presId="urn:microsoft.com/office/officeart/2008/layout/LinedList"/>
    <dgm:cxn modelId="{844E2BAB-0850-3248-BA85-14B663DE2C25}" type="presParOf" srcId="{7FF00BBE-0090-8B47-AA28-699BE7BA1E8C}" destId="{C1BF5225-D09A-FE47-8246-9A96E40E8A55}" srcOrd="2" destOrd="0" presId="urn:microsoft.com/office/officeart/2008/layout/LinedList"/>
    <dgm:cxn modelId="{0B6EE375-858F-4742-8E9C-ECD17994890C}" type="presParOf" srcId="{7FF00BBE-0090-8B47-AA28-699BE7BA1E8C}" destId="{D7B756EE-F08A-3F4B-835D-5934F739F22E}" srcOrd="3" destOrd="0" presId="urn:microsoft.com/office/officeart/2008/layout/LinedList"/>
    <dgm:cxn modelId="{76B5F6D3-C228-F049-9F14-8ED4A1569CAB}" type="presParOf" srcId="{D7B756EE-F08A-3F4B-835D-5934F739F22E}" destId="{22B6A02F-D6FC-F849-A4EE-DA8723A7741D}" srcOrd="0" destOrd="0" presId="urn:microsoft.com/office/officeart/2008/layout/LinedList"/>
    <dgm:cxn modelId="{C62EB48D-5334-5A43-B908-1BD080749A8B}" type="presParOf" srcId="{D7B756EE-F08A-3F4B-835D-5934F739F22E}" destId="{6B358953-EF1E-154E-B597-D73C2D83CAD7}" srcOrd="1" destOrd="0" presId="urn:microsoft.com/office/officeart/2008/layout/LinedList"/>
    <dgm:cxn modelId="{47012B49-A6A0-4144-B7C7-1C69FB14B862}" type="presParOf" srcId="{7FF00BBE-0090-8B47-AA28-699BE7BA1E8C}" destId="{F7131632-F5EA-E043-BB01-3F401E6B93F2}" srcOrd="4" destOrd="0" presId="urn:microsoft.com/office/officeart/2008/layout/LinedList"/>
    <dgm:cxn modelId="{4E46494A-C4EE-9742-A22B-6961A69C6C83}" type="presParOf" srcId="{7FF00BBE-0090-8B47-AA28-699BE7BA1E8C}" destId="{447E6A34-BB6E-9247-B9D1-58C29C711454}" srcOrd="5" destOrd="0" presId="urn:microsoft.com/office/officeart/2008/layout/LinedList"/>
    <dgm:cxn modelId="{55DF16E5-A4D5-BA4D-A393-A75B898D4C64}" type="presParOf" srcId="{447E6A34-BB6E-9247-B9D1-58C29C711454}" destId="{551A9897-0BA8-6749-82FA-69103265DE34}" srcOrd="0" destOrd="0" presId="urn:microsoft.com/office/officeart/2008/layout/LinedList"/>
    <dgm:cxn modelId="{F67C9AF7-B06D-034E-9E7C-DB8E7077FCA5}" type="presParOf" srcId="{447E6A34-BB6E-9247-B9D1-58C29C711454}" destId="{7405CC02-D7C6-1647-9FC9-66F08A79D8F8}" srcOrd="1" destOrd="0" presId="urn:microsoft.com/office/officeart/2008/layout/LinedList"/>
    <dgm:cxn modelId="{E3CCBB21-516C-B449-8D81-E11CED06F41C}" type="presParOf" srcId="{7FF00BBE-0090-8B47-AA28-699BE7BA1E8C}" destId="{4D4D1F6E-E41C-234B-980F-F1FD3E9DB91E}" srcOrd="6" destOrd="0" presId="urn:microsoft.com/office/officeart/2008/layout/LinedList"/>
    <dgm:cxn modelId="{36834128-2B18-984D-9A1C-4011A15AB644}" type="presParOf" srcId="{7FF00BBE-0090-8B47-AA28-699BE7BA1E8C}" destId="{27212D0C-29F8-EA4F-9AF8-CCC27D7E9764}" srcOrd="7" destOrd="0" presId="urn:microsoft.com/office/officeart/2008/layout/LinedList"/>
    <dgm:cxn modelId="{D63D989D-5601-234E-86C5-F97803C9AB30}" type="presParOf" srcId="{27212D0C-29F8-EA4F-9AF8-CCC27D7E9764}" destId="{A32AD9ED-82DD-3143-AB1B-DF2133A5E7B8}" srcOrd="0" destOrd="0" presId="urn:microsoft.com/office/officeart/2008/layout/LinedList"/>
    <dgm:cxn modelId="{2BC94597-B917-EC46-BAE3-49BC8087E07B}" type="presParOf" srcId="{27212D0C-29F8-EA4F-9AF8-CCC27D7E9764}" destId="{AEFD0B0D-3AA7-B24D-A01A-92B797D5D351}" srcOrd="1" destOrd="0" presId="urn:microsoft.com/office/officeart/2008/layout/LinedList"/>
    <dgm:cxn modelId="{44B9148F-D2F8-8743-B135-E3A9B6331655}" type="presParOf" srcId="{7FF00BBE-0090-8B47-AA28-699BE7BA1E8C}" destId="{121F999C-D57D-5A43-8537-B73F1A5FF18F}" srcOrd="8" destOrd="0" presId="urn:microsoft.com/office/officeart/2008/layout/LinedList"/>
    <dgm:cxn modelId="{FD2CA638-39D6-B744-BF75-CE6D6634D176}" type="presParOf" srcId="{7FF00BBE-0090-8B47-AA28-699BE7BA1E8C}" destId="{7D773E6B-8D9D-104A-848B-3FD170AE947E}" srcOrd="9" destOrd="0" presId="urn:microsoft.com/office/officeart/2008/layout/LinedList"/>
    <dgm:cxn modelId="{757C097B-0279-3440-AFE3-48359797B831}" type="presParOf" srcId="{7D773E6B-8D9D-104A-848B-3FD170AE947E}" destId="{BDF5D9DD-C2B7-9642-8DBE-51794ADC7578}" srcOrd="0" destOrd="0" presId="urn:microsoft.com/office/officeart/2008/layout/LinedList"/>
    <dgm:cxn modelId="{742CE15E-9C63-714A-820C-992F0753A1A5}" type="presParOf" srcId="{7D773E6B-8D9D-104A-848B-3FD170AE947E}" destId="{FCE25964-9ABD-5E49-9DDE-5D98F28DD7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F1D2953-1D6F-4E7C-8DB7-B3CB4A703C9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69FEFDE-CDA6-4F07-AEFB-A32ACD421A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Connect calendar to backend database</a:t>
          </a:r>
        </a:p>
      </dgm:t>
    </dgm:pt>
    <dgm:pt modelId="{5DCD5703-ADEF-4805-A9C1-CEF855AB5239}" type="parTrans" cxnId="{B8D732AE-C5C6-4044-AC9D-662B2A9BEC5A}">
      <dgm:prSet/>
      <dgm:spPr/>
      <dgm:t>
        <a:bodyPr/>
        <a:lstStyle/>
        <a:p>
          <a:endParaRPr lang="en-US"/>
        </a:p>
      </dgm:t>
    </dgm:pt>
    <dgm:pt modelId="{3BFF82F9-B81D-4B79-B369-F6CDC521ADF1}" type="sibTrans" cxnId="{B8D732AE-C5C6-4044-AC9D-662B2A9BEC5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60A4AF-1DB3-44DF-9C9C-210151846C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"/>
            </a:rPr>
            <a:t>Adding Isolated Student &amp; Faculty Views</a:t>
          </a:r>
          <a:endParaRPr lang="en-US"/>
        </a:p>
      </dgm:t>
    </dgm:pt>
    <dgm:pt modelId="{E42A983F-9C90-4AE7-8D04-4E2A900744B7}" type="parTrans" cxnId="{B5C3479A-F73C-465F-B2FF-752A9D379ABD}">
      <dgm:prSet/>
      <dgm:spPr/>
      <dgm:t>
        <a:bodyPr/>
        <a:lstStyle/>
        <a:p>
          <a:endParaRPr lang="en-US"/>
        </a:p>
      </dgm:t>
    </dgm:pt>
    <dgm:pt modelId="{9BD232AC-B6AB-47AA-BEE6-52F34987D6FE}" type="sibTrans" cxnId="{B5C3479A-F73C-465F-B2FF-752A9D379AB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3E7869E-A4EC-4684-B2C7-EE5B91768A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Expand analytics &amp; add mobile support</a:t>
          </a:r>
        </a:p>
      </dgm:t>
    </dgm:pt>
    <dgm:pt modelId="{57CEFCC4-A7EF-46FA-8982-7F55FEA81392}" type="parTrans" cxnId="{B6CDDAA7-ED65-4423-9CE9-A2C8AE97C591}">
      <dgm:prSet/>
      <dgm:spPr/>
      <dgm:t>
        <a:bodyPr/>
        <a:lstStyle/>
        <a:p>
          <a:endParaRPr lang="en-US"/>
        </a:p>
      </dgm:t>
    </dgm:pt>
    <dgm:pt modelId="{3F22CB09-477B-4D78-AEAD-C835033E4378}" type="sibTrans" cxnId="{B6CDDAA7-ED65-4423-9CE9-A2C8AE97C59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D145729-4938-4006-934C-4DD7A6B317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TrackED enhances supervision in ETSU Nursing</a:t>
          </a:r>
        </a:p>
      </dgm:t>
    </dgm:pt>
    <dgm:pt modelId="{0B2F2FCA-8829-44BE-B8AA-6B136362A2B3}" type="parTrans" cxnId="{681CCAA6-D46A-4838-92D0-06F013780A2E}">
      <dgm:prSet/>
      <dgm:spPr/>
      <dgm:t>
        <a:bodyPr/>
        <a:lstStyle/>
        <a:p>
          <a:endParaRPr lang="en-US"/>
        </a:p>
      </dgm:t>
    </dgm:pt>
    <dgm:pt modelId="{DA52E814-DC94-4B88-BBE0-F2430B893D51}" type="sibTrans" cxnId="{681CCAA6-D46A-4838-92D0-06F013780A2E}">
      <dgm:prSet/>
      <dgm:spPr/>
      <dgm:t>
        <a:bodyPr/>
        <a:lstStyle/>
        <a:p>
          <a:endParaRPr lang="en-US"/>
        </a:p>
      </dgm:t>
    </dgm:pt>
    <dgm:pt modelId="{E012F0C5-8D87-4A36-AB32-638C34A11515}" type="pres">
      <dgm:prSet presAssocID="{5F1D2953-1D6F-4E7C-8DB7-B3CB4A703C9E}" presName="root" presStyleCnt="0">
        <dgm:presLayoutVars>
          <dgm:dir/>
          <dgm:resizeHandles val="exact"/>
        </dgm:presLayoutVars>
      </dgm:prSet>
      <dgm:spPr/>
    </dgm:pt>
    <dgm:pt modelId="{CC7C5E89-B967-4625-9F9C-D9AFDF6BA7E2}" type="pres">
      <dgm:prSet presAssocID="{5F1D2953-1D6F-4E7C-8DB7-B3CB4A703C9E}" presName="container" presStyleCnt="0">
        <dgm:presLayoutVars>
          <dgm:dir/>
          <dgm:resizeHandles val="exact"/>
        </dgm:presLayoutVars>
      </dgm:prSet>
      <dgm:spPr/>
    </dgm:pt>
    <dgm:pt modelId="{D25114C6-31EE-4067-8BFA-1E17BF849349}" type="pres">
      <dgm:prSet presAssocID="{069FEFDE-CDA6-4F07-AEFB-A32ACD421ABE}" presName="compNode" presStyleCnt="0"/>
      <dgm:spPr/>
    </dgm:pt>
    <dgm:pt modelId="{5987B3F4-1D4A-4D0F-A9C4-90788C90F6DC}" type="pres">
      <dgm:prSet presAssocID="{069FEFDE-CDA6-4F07-AEFB-A32ACD421ABE}" presName="iconBgRect" presStyleLbl="bgShp" presStyleIdx="0" presStyleCnt="4"/>
      <dgm:spPr/>
    </dgm:pt>
    <dgm:pt modelId="{D8FC49D8-A61E-4227-B25F-A941A1E958A4}" type="pres">
      <dgm:prSet presAssocID="{069FEFDE-CDA6-4F07-AEFB-A32ACD421AB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4647A07D-7911-47C2-B53E-A864C332FA3B}" type="pres">
      <dgm:prSet presAssocID="{069FEFDE-CDA6-4F07-AEFB-A32ACD421ABE}" presName="spaceRect" presStyleCnt="0"/>
      <dgm:spPr/>
    </dgm:pt>
    <dgm:pt modelId="{16CAC21B-04E2-4176-85EA-31C36D028A2F}" type="pres">
      <dgm:prSet presAssocID="{069FEFDE-CDA6-4F07-AEFB-A32ACD421ABE}" presName="textRect" presStyleLbl="revTx" presStyleIdx="0" presStyleCnt="4">
        <dgm:presLayoutVars>
          <dgm:chMax val="1"/>
          <dgm:chPref val="1"/>
        </dgm:presLayoutVars>
      </dgm:prSet>
      <dgm:spPr/>
    </dgm:pt>
    <dgm:pt modelId="{F2A03A96-E9F6-4A86-BAB7-D3C95047D544}" type="pres">
      <dgm:prSet presAssocID="{3BFF82F9-B81D-4B79-B369-F6CDC521ADF1}" presName="sibTrans" presStyleLbl="sibTrans2D1" presStyleIdx="0" presStyleCnt="0"/>
      <dgm:spPr/>
    </dgm:pt>
    <dgm:pt modelId="{B34DE748-FBE7-4CF5-8BF1-C5616A4DDD81}" type="pres">
      <dgm:prSet presAssocID="{5260A4AF-1DB3-44DF-9C9C-210151846CA3}" presName="compNode" presStyleCnt="0"/>
      <dgm:spPr/>
    </dgm:pt>
    <dgm:pt modelId="{F0A7333E-A404-4FF1-9ACD-5667822CB30F}" type="pres">
      <dgm:prSet presAssocID="{5260A4AF-1DB3-44DF-9C9C-210151846CA3}" presName="iconBgRect" presStyleLbl="bgShp" presStyleIdx="1" presStyleCnt="4"/>
      <dgm:spPr/>
    </dgm:pt>
    <dgm:pt modelId="{66FFE478-7094-469E-8529-528757359A24}" type="pres">
      <dgm:prSet presAssocID="{5260A4AF-1DB3-44DF-9C9C-210151846CA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 with solid fill"/>
        </a:ext>
      </dgm:extLst>
    </dgm:pt>
    <dgm:pt modelId="{FE089EE2-382C-4548-AE20-28B49F1B8856}" type="pres">
      <dgm:prSet presAssocID="{5260A4AF-1DB3-44DF-9C9C-210151846CA3}" presName="spaceRect" presStyleCnt="0"/>
      <dgm:spPr/>
    </dgm:pt>
    <dgm:pt modelId="{A60AA39D-234C-4CDB-BA19-B1652DCDCFCA}" type="pres">
      <dgm:prSet presAssocID="{5260A4AF-1DB3-44DF-9C9C-210151846CA3}" presName="textRect" presStyleLbl="revTx" presStyleIdx="1" presStyleCnt="4">
        <dgm:presLayoutVars>
          <dgm:chMax val="1"/>
          <dgm:chPref val="1"/>
        </dgm:presLayoutVars>
      </dgm:prSet>
      <dgm:spPr/>
    </dgm:pt>
    <dgm:pt modelId="{CDD16788-EA16-44CD-A909-A3A5221273D8}" type="pres">
      <dgm:prSet presAssocID="{9BD232AC-B6AB-47AA-BEE6-52F34987D6FE}" presName="sibTrans" presStyleLbl="sibTrans2D1" presStyleIdx="0" presStyleCnt="0"/>
      <dgm:spPr/>
    </dgm:pt>
    <dgm:pt modelId="{78A2EF2B-ECD3-491C-8C59-47C6790360FD}" type="pres">
      <dgm:prSet presAssocID="{13E7869E-A4EC-4684-B2C7-EE5B91768AE3}" presName="compNode" presStyleCnt="0"/>
      <dgm:spPr/>
    </dgm:pt>
    <dgm:pt modelId="{AE1C567A-9F30-42C7-B71C-0FB18617C17B}" type="pres">
      <dgm:prSet presAssocID="{13E7869E-A4EC-4684-B2C7-EE5B91768AE3}" presName="iconBgRect" presStyleLbl="bgShp" presStyleIdx="2" presStyleCnt="4"/>
      <dgm:spPr/>
    </dgm:pt>
    <dgm:pt modelId="{9AB33628-401D-4A54-A18C-7E16B746F5CE}" type="pres">
      <dgm:prSet presAssocID="{13E7869E-A4EC-4684-B2C7-EE5B91768A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9D5D840-0D0E-477B-90FB-D38A7BE72ED5}" type="pres">
      <dgm:prSet presAssocID="{13E7869E-A4EC-4684-B2C7-EE5B91768AE3}" presName="spaceRect" presStyleCnt="0"/>
      <dgm:spPr/>
    </dgm:pt>
    <dgm:pt modelId="{225CE77B-AFD0-4099-B15B-4F4A46393A8A}" type="pres">
      <dgm:prSet presAssocID="{13E7869E-A4EC-4684-B2C7-EE5B91768AE3}" presName="textRect" presStyleLbl="revTx" presStyleIdx="2" presStyleCnt="4">
        <dgm:presLayoutVars>
          <dgm:chMax val="1"/>
          <dgm:chPref val="1"/>
        </dgm:presLayoutVars>
      </dgm:prSet>
      <dgm:spPr/>
    </dgm:pt>
    <dgm:pt modelId="{534F885D-AC20-47B7-85CB-520DC36AE944}" type="pres">
      <dgm:prSet presAssocID="{3F22CB09-477B-4D78-AEAD-C835033E4378}" presName="sibTrans" presStyleLbl="sibTrans2D1" presStyleIdx="0" presStyleCnt="0"/>
      <dgm:spPr/>
    </dgm:pt>
    <dgm:pt modelId="{01EDB353-EC78-4DD4-AFFE-3EB35001A032}" type="pres">
      <dgm:prSet presAssocID="{BD145729-4938-4006-934C-4DD7A6B31793}" presName="compNode" presStyleCnt="0"/>
      <dgm:spPr/>
    </dgm:pt>
    <dgm:pt modelId="{4A670299-A578-4F70-BA56-959C3A388936}" type="pres">
      <dgm:prSet presAssocID="{BD145729-4938-4006-934C-4DD7A6B31793}" presName="iconBgRect" presStyleLbl="bgShp" presStyleIdx="3" presStyleCnt="4"/>
      <dgm:spPr/>
    </dgm:pt>
    <dgm:pt modelId="{F81B3B6D-AE5A-4623-B7D9-5A84632B0125}" type="pres">
      <dgm:prSet presAssocID="{BD145729-4938-4006-934C-4DD7A6B3179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6834607A-96F1-4801-9063-FE51ECC0B5A5}" type="pres">
      <dgm:prSet presAssocID="{BD145729-4938-4006-934C-4DD7A6B31793}" presName="spaceRect" presStyleCnt="0"/>
      <dgm:spPr/>
    </dgm:pt>
    <dgm:pt modelId="{87740910-9DC9-4B99-B458-67AFA8E4190A}" type="pres">
      <dgm:prSet presAssocID="{BD145729-4938-4006-934C-4DD7A6B3179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C447E07-D56C-4A51-8BC8-B9D88DC00672}" type="presOf" srcId="{9BD232AC-B6AB-47AA-BEE6-52F34987D6FE}" destId="{CDD16788-EA16-44CD-A909-A3A5221273D8}" srcOrd="0" destOrd="0" presId="urn:microsoft.com/office/officeart/2018/2/layout/IconCircleList"/>
    <dgm:cxn modelId="{6B98124F-2C48-479D-BB5D-2D396A9C05EC}" type="presOf" srcId="{3BFF82F9-B81D-4B79-B369-F6CDC521ADF1}" destId="{F2A03A96-E9F6-4A86-BAB7-D3C95047D544}" srcOrd="0" destOrd="0" presId="urn:microsoft.com/office/officeart/2018/2/layout/IconCircleList"/>
    <dgm:cxn modelId="{1DD88772-7687-483B-9CF2-70C42EC67E56}" type="presOf" srcId="{069FEFDE-CDA6-4F07-AEFB-A32ACD421ABE}" destId="{16CAC21B-04E2-4176-85EA-31C36D028A2F}" srcOrd="0" destOrd="0" presId="urn:microsoft.com/office/officeart/2018/2/layout/IconCircleList"/>
    <dgm:cxn modelId="{8D8FCF55-7875-4BD7-B3E2-C0FF295F8B46}" type="presOf" srcId="{5260A4AF-1DB3-44DF-9C9C-210151846CA3}" destId="{A60AA39D-234C-4CDB-BA19-B1652DCDCFCA}" srcOrd="0" destOrd="0" presId="urn:microsoft.com/office/officeart/2018/2/layout/IconCircleList"/>
    <dgm:cxn modelId="{9C0AA680-5578-4D1A-8542-61FF2FB02081}" type="presOf" srcId="{5F1D2953-1D6F-4E7C-8DB7-B3CB4A703C9E}" destId="{E012F0C5-8D87-4A36-AB32-638C34A11515}" srcOrd="0" destOrd="0" presId="urn:microsoft.com/office/officeart/2018/2/layout/IconCircleList"/>
    <dgm:cxn modelId="{B5C3479A-F73C-465F-B2FF-752A9D379ABD}" srcId="{5F1D2953-1D6F-4E7C-8DB7-B3CB4A703C9E}" destId="{5260A4AF-1DB3-44DF-9C9C-210151846CA3}" srcOrd="1" destOrd="0" parTransId="{E42A983F-9C90-4AE7-8D04-4E2A900744B7}" sibTransId="{9BD232AC-B6AB-47AA-BEE6-52F34987D6FE}"/>
    <dgm:cxn modelId="{681CCAA6-D46A-4838-92D0-06F013780A2E}" srcId="{5F1D2953-1D6F-4E7C-8DB7-B3CB4A703C9E}" destId="{BD145729-4938-4006-934C-4DD7A6B31793}" srcOrd="3" destOrd="0" parTransId="{0B2F2FCA-8829-44BE-B8AA-6B136362A2B3}" sibTransId="{DA52E814-DC94-4B88-BBE0-F2430B893D51}"/>
    <dgm:cxn modelId="{B6CDDAA7-ED65-4423-9CE9-A2C8AE97C591}" srcId="{5F1D2953-1D6F-4E7C-8DB7-B3CB4A703C9E}" destId="{13E7869E-A4EC-4684-B2C7-EE5B91768AE3}" srcOrd="2" destOrd="0" parTransId="{57CEFCC4-A7EF-46FA-8982-7F55FEA81392}" sibTransId="{3F22CB09-477B-4D78-AEAD-C835033E4378}"/>
    <dgm:cxn modelId="{B8D732AE-C5C6-4044-AC9D-662B2A9BEC5A}" srcId="{5F1D2953-1D6F-4E7C-8DB7-B3CB4A703C9E}" destId="{069FEFDE-CDA6-4F07-AEFB-A32ACD421ABE}" srcOrd="0" destOrd="0" parTransId="{5DCD5703-ADEF-4805-A9C1-CEF855AB5239}" sibTransId="{3BFF82F9-B81D-4B79-B369-F6CDC521ADF1}"/>
    <dgm:cxn modelId="{D26CA7AE-BDA3-4E64-881B-D72CE829B650}" type="presOf" srcId="{13E7869E-A4EC-4684-B2C7-EE5B91768AE3}" destId="{225CE77B-AFD0-4099-B15B-4F4A46393A8A}" srcOrd="0" destOrd="0" presId="urn:microsoft.com/office/officeart/2018/2/layout/IconCircleList"/>
    <dgm:cxn modelId="{3EA019C8-7C8B-45E3-83A4-44EF03FE514B}" type="presOf" srcId="{BD145729-4938-4006-934C-4DD7A6B31793}" destId="{87740910-9DC9-4B99-B458-67AFA8E4190A}" srcOrd="0" destOrd="0" presId="urn:microsoft.com/office/officeart/2018/2/layout/IconCircleList"/>
    <dgm:cxn modelId="{F0C073D4-D50E-4308-8DBE-7C54DA8BE401}" type="presOf" srcId="{3F22CB09-477B-4D78-AEAD-C835033E4378}" destId="{534F885D-AC20-47B7-85CB-520DC36AE944}" srcOrd="0" destOrd="0" presId="urn:microsoft.com/office/officeart/2018/2/layout/IconCircleList"/>
    <dgm:cxn modelId="{8D51BBD0-48C1-4D0A-ABAC-E681F97EC846}" type="presParOf" srcId="{E012F0C5-8D87-4A36-AB32-638C34A11515}" destId="{CC7C5E89-B967-4625-9F9C-D9AFDF6BA7E2}" srcOrd="0" destOrd="0" presId="urn:microsoft.com/office/officeart/2018/2/layout/IconCircleList"/>
    <dgm:cxn modelId="{7EE808DC-4A80-494D-A88F-E362E7F416E3}" type="presParOf" srcId="{CC7C5E89-B967-4625-9F9C-D9AFDF6BA7E2}" destId="{D25114C6-31EE-4067-8BFA-1E17BF849349}" srcOrd="0" destOrd="0" presId="urn:microsoft.com/office/officeart/2018/2/layout/IconCircleList"/>
    <dgm:cxn modelId="{01717C28-6AFC-4E43-8DAA-400B8640F1CC}" type="presParOf" srcId="{D25114C6-31EE-4067-8BFA-1E17BF849349}" destId="{5987B3F4-1D4A-4D0F-A9C4-90788C90F6DC}" srcOrd="0" destOrd="0" presId="urn:microsoft.com/office/officeart/2018/2/layout/IconCircleList"/>
    <dgm:cxn modelId="{208045D8-3FFA-44AE-B6D4-FD5EA7E6A7D1}" type="presParOf" srcId="{D25114C6-31EE-4067-8BFA-1E17BF849349}" destId="{D8FC49D8-A61E-4227-B25F-A941A1E958A4}" srcOrd="1" destOrd="0" presId="urn:microsoft.com/office/officeart/2018/2/layout/IconCircleList"/>
    <dgm:cxn modelId="{F8212104-6672-41A2-9FB4-6BF7812B5B1B}" type="presParOf" srcId="{D25114C6-31EE-4067-8BFA-1E17BF849349}" destId="{4647A07D-7911-47C2-B53E-A864C332FA3B}" srcOrd="2" destOrd="0" presId="urn:microsoft.com/office/officeart/2018/2/layout/IconCircleList"/>
    <dgm:cxn modelId="{4451429D-84E9-43D6-97DC-31A85AF2722D}" type="presParOf" srcId="{D25114C6-31EE-4067-8BFA-1E17BF849349}" destId="{16CAC21B-04E2-4176-85EA-31C36D028A2F}" srcOrd="3" destOrd="0" presId="urn:microsoft.com/office/officeart/2018/2/layout/IconCircleList"/>
    <dgm:cxn modelId="{E5046AA1-43DA-4CEB-A605-B3636FD25DA4}" type="presParOf" srcId="{CC7C5E89-B967-4625-9F9C-D9AFDF6BA7E2}" destId="{F2A03A96-E9F6-4A86-BAB7-D3C95047D544}" srcOrd="1" destOrd="0" presId="urn:microsoft.com/office/officeart/2018/2/layout/IconCircleList"/>
    <dgm:cxn modelId="{A71EEC34-2A07-4018-8957-993309C6CD15}" type="presParOf" srcId="{CC7C5E89-B967-4625-9F9C-D9AFDF6BA7E2}" destId="{B34DE748-FBE7-4CF5-8BF1-C5616A4DDD81}" srcOrd="2" destOrd="0" presId="urn:microsoft.com/office/officeart/2018/2/layout/IconCircleList"/>
    <dgm:cxn modelId="{F39184F2-14D0-4CDC-9001-F970E95DE47D}" type="presParOf" srcId="{B34DE748-FBE7-4CF5-8BF1-C5616A4DDD81}" destId="{F0A7333E-A404-4FF1-9ACD-5667822CB30F}" srcOrd="0" destOrd="0" presId="urn:microsoft.com/office/officeart/2018/2/layout/IconCircleList"/>
    <dgm:cxn modelId="{8BCBE9EA-F879-49E6-B3B4-DE83B359466F}" type="presParOf" srcId="{B34DE748-FBE7-4CF5-8BF1-C5616A4DDD81}" destId="{66FFE478-7094-469E-8529-528757359A24}" srcOrd="1" destOrd="0" presId="urn:microsoft.com/office/officeart/2018/2/layout/IconCircleList"/>
    <dgm:cxn modelId="{790F8041-94FA-44C6-B948-5F670C0524B7}" type="presParOf" srcId="{B34DE748-FBE7-4CF5-8BF1-C5616A4DDD81}" destId="{FE089EE2-382C-4548-AE20-28B49F1B8856}" srcOrd="2" destOrd="0" presId="urn:microsoft.com/office/officeart/2018/2/layout/IconCircleList"/>
    <dgm:cxn modelId="{4A6B7CD7-FBF1-48DA-AD5C-9E3F8C95CDED}" type="presParOf" srcId="{B34DE748-FBE7-4CF5-8BF1-C5616A4DDD81}" destId="{A60AA39D-234C-4CDB-BA19-B1652DCDCFCA}" srcOrd="3" destOrd="0" presId="urn:microsoft.com/office/officeart/2018/2/layout/IconCircleList"/>
    <dgm:cxn modelId="{B8E3D63E-916B-44B0-A5DB-5F9CF58898F6}" type="presParOf" srcId="{CC7C5E89-B967-4625-9F9C-D9AFDF6BA7E2}" destId="{CDD16788-EA16-44CD-A909-A3A5221273D8}" srcOrd="3" destOrd="0" presId="urn:microsoft.com/office/officeart/2018/2/layout/IconCircleList"/>
    <dgm:cxn modelId="{293DD464-BEFB-4BE1-A55A-7827D2DFA4C1}" type="presParOf" srcId="{CC7C5E89-B967-4625-9F9C-D9AFDF6BA7E2}" destId="{78A2EF2B-ECD3-491C-8C59-47C6790360FD}" srcOrd="4" destOrd="0" presId="urn:microsoft.com/office/officeart/2018/2/layout/IconCircleList"/>
    <dgm:cxn modelId="{35A3C1FF-3E41-4832-8E8D-0FB27EC46044}" type="presParOf" srcId="{78A2EF2B-ECD3-491C-8C59-47C6790360FD}" destId="{AE1C567A-9F30-42C7-B71C-0FB18617C17B}" srcOrd="0" destOrd="0" presId="urn:microsoft.com/office/officeart/2018/2/layout/IconCircleList"/>
    <dgm:cxn modelId="{AF308FCC-7D9F-4416-BC90-0D73C2C3FE0B}" type="presParOf" srcId="{78A2EF2B-ECD3-491C-8C59-47C6790360FD}" destId="{9AB33628-401D-4A54-A18C-7E16B746F5CE}" srcOrd="1" destOrd="0" presId="urn:microsoft.com/office/officeart/2018/2/layout/IconCircleList"/>
    <dgm:cxn modelId="{78CAC725-65A0-4F82-A630-D1D038B85706}" type="presParOf" srcId="{78A2EF2B-ECD3-491C-8C59-47C6790360FD}" destId="{B9D5D840-0D0E-477B-90FB-D38A7BE72ED5}" srcOrd="2" destOrd="0" presId="urn:microsoft.com/office/officeart/2018/2/layout/IconCircleList"/>
    <dgm:cxn modelId="{320EFEDD-3836-421E-8523-12A352E24B1A}" type="presParOf" srcId="{78A2EF2B-ECD3-491C-8C59-47C6790360FD}" destId="{225CE77B-AFD0-4099-B15B-4F4A46393A8A}" srcOrd="3" destOrd="0" presId="urn:microsoft.com/office/officeart/2018/2/layout/IconCircleList"/>
    <dgm:cxn modelId="{02D413D5-D7F2-48B9-B241-FFB594EC09FB}" type="presParOf" srcId="{CC7C5E89-B967-4625-9F9C-D9AFDF6BA7E2}" destId="{534F885D-AC20-47B7-85CB-520DC36AE944}" srcOrd="5" destOrd="0" presId="urn:microsoft.com/office/officeart/2018/2/layout/IconCircleList"/>
    <dgm:cxn modelId="{A069A63B-12B8-49D0-9920-C93F755CA410}" type="presParOf" srcId="{CC7C5E89-B967-4625-9F9C-D9AFDF6BA7E2}" destId="{01EDB353-EC78-4DD4-AFFE-3EB35001A032}" srcOrd="6" destOrd="0" presId="urn:microsoft.com/office/officeart/2018/2/layout/IconCircleList"/>
    <dgm:cxn modelId="{559D9CD3-5E65-4E1C-B87C-705AE0EEA112}" type="presParOf" srcId="{01EDB353-EC78-4DD4-AFFE-3EB35001A032}" destId="{4A670299-A578-4F70-BA56-959C3A388936}" srcOrd="0" destOrd="0" presId="urn:microsoft.com/office/officeart/2018/2/layout/IconCircleList"/>
    <dgm:cxn modelId="{5428DC81-CD8C-4A05-BE42-35BDA1A7BBE7}" type="presParOf" srcId="{01EDB353-EC78-4DD4-AFFE-3EB35001A032}" destId="{F81B3B6D-AE5A-4623-B7D9-5A84632B0125}" srcOrd="1" destOrd="0" presId="urn:microsoft.com/office/officeart/2018/2/layout/IconCircleList"/>
    <dgm:cxn modelId="{FB340174-FA82-490F-A012-7EDD5F5EB92A}" type="presParOf" srcId="{01EDB353-EC78-4DD4-AFFE-3EB35001A032}" destId="{6834607A-96F1-4801-9063-FE51ECC0B5A5}" srcOrd="2" destOrd="0" presId="urn:microsoft.com/office/officeart/2018/2/layout/IconCircleList"/>
    <dgm:cxn modelId="{06BDC75E-8739-4B9C-9D60-D6EF09CDC0F8}" type="presParOf" srcId="{01EDB353-EC78-4DD4-AFFE-3EB35001A032}" destId="{87740910-9DC9-4B99-B458-67AFA8E4190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916B1-AF41-48FB-A08E-5E177627E002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333D5-AD5C-45B1-AF52-C972540B25AE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89FEE-FE99-4622-BDD0-A9173592BDB1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ETSU Software Engineering I Team</a:t>
          </a:r>
        </a:p>
      </dsp:txBody>
      <dsp:txXfrm>
        <a:off x="1493203" y="552"/>
        <a:ext cx="6736396" cy="1292816"/>
      </dsp:txXfrm>
    </dsp:sp>
    <dsp:sp modelId="{4E9B2497-2FAE-46C0-9456-7A5A17758E5D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1E0A92-F7A5-441C-84E3-CFFE592D36BF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7B4EB-BA8C-4332-A958-7FF12C8B83C1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Team: Mason, Katherine, Tyler, Will, Nick, Daniel</a:t>
          </a:r>
        </a:p>
      </dsp:txBody>
      <dsp:txXfrm>
        <a:off x="1493203" y="1616573"/>
        <a:ext cx="6736396" cy="1292816"/>
      </dsp:txXfrm>
    </dsp:sp>
    <dsp:sp modelId="{DCBDC2A2-4A56-4FB2-944C-064EE2000BBF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461D8-985A-41FA-AE23-EF84E1CEF1F6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3BBBC-CD58-4D80-B704-A53FC5ABFD27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December 2025</a:t>
          </a:r>
        </a:p>
      </dsp:txBody>
      <dsp:txXfrm>
        <a:off x="1493203" y="3232593"/>
        <a:ext cx="6736396" cy="129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B4AC8-6C5D-464C-8C3D-7D5AE3424F55}">
      <dsp:nvSpPr>
        <dsp:cNvPr id="0" name=""/>
        <dsp:cNvSpPr/>
      </dsp:nvSpPr>
      <dsp:spPr>
        <a:xfrm>
          <a:off x="0" y="26084"/>
          <a:ext cx="6252094" cy="1591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Tracks nursing students during clinicals</a:t>
          </a:r>
        </a:p>
      </dsp:txBody>
      <dsp:txXfrm>
        <a:off x="77676" y="103760"/>
        <a:ext cx="6096742" cy="1435848"/>
      </dsp:txXfrm>
    </dsp:sp>
    <dsp:sp modelId="{088C0F49-A972-0247-9588-AAA8B0DD57F2}">
      <dsp:nvSpPr>
        <dsp:cNvPr id="0" name=""/>
        <dsp:cNvSpPr/>
      </dsp:nvSpPr>
      <dsp:spPr>
        <a:xfrm>
          <a:off x="0" y="1732485"/>
          <a:ext cx="6252094" cy="159120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Helps professors monitor progress &amp; safety</a:t>
          </a:r>
        </a:p>
      </dsp:txBody>
      <dsp:txXfrm>
        <a:off x="77676" y="1810161"/>
        <a:ext cx="6096742" cy="1435848"/>
      </dsp:txXfrm>
    </dsp:sp>
    <dsp:sp modelId="{A6E0D685-E6D7-2040-85ED-4CBDBF8DDC32}">
      <dsp:nvSpPr>
        <dsp:cNvPr id="0" name=""/>
        <dsp:cNvSpPr/>
      </dsp:nvSpPr>
      <dsp:spPr>
        <a:xfrm>
          <a:off x="0" y="3438885"/>
          <a:ext cx="6252094" cy="15912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Central dashboard for oversight and tasks</a:t>
          </a:r>
        </a:p>
      </dsp:txBody>
      <dsp:txXfrm>
        <a:off x="77676" y="3516561"/>
        <a:ext cx="6096742" cy="14358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746837-F3B6-C940-8D96-B1027CB5A738}">
      <dsp:nvSpPr>
        <dsp:cNvPr id="0" name=""/>
        <dsp:cNvSpPr/>
      </dsp:nvSpPr>
      <dsp:spPr>
        <a:xfrm>
          <a:off x="0" y="4664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Daniel – Frontend (UI, Dashboard, Calendar)</a:t>
          </a:r>
        </a:p>
      </dsp:txBody>
      <dsp:txXfrm>
        <a:off x="32784" y="79425"/>
        <a:ext cx="8164032" cy="606012"/>
      </dsp:txXfrm>
    </dsp:sp>
    <dsp:sp modelId="{1B278F0F-682E-854D-B482-B2C7B52A3E50}">
      <dsp:nvSpPr>
        <dsp:cNvPr id="0" name=""/>
        <dsp:cNvSpPr/>
      </dsp:nvSpPr>
      <dsp:spPr>
        <a:xfrm>
          <a:off x="0" y="79886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Mason – Login and Structure Designer</a:t>
          </a:r>
        </a:p>
      </dsp:txBody>
      <dsp:txXfrm>
        <a:off x="32784" y="831645"/>
        <a:ext cx="8164032" cy="606012"/>
      </dsp:txXfrm>
    </dsp:sp>
    <dsp:sp modelId="{AB37C601-846A-1349-A8C5-6449258C358C}">
      <dsp:nvSpPr>
        <dsp:cNvPr id="0" name=""/>
        <dsp:cNvSpPr/>
      </dsp:nvSpPr>
      <dsp:spPr>
        <a:xfrm>
          <a:off x="0" y="155108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Katherine – ERD Designer</a:t>
          </a:r>
        </a:p>
      </dsp:txBody>
      <dsp:txXfrm>
        <a:off x="32784" y="1583865"/>
        <a:ext cx="8164032" cy="606012"/>
      </dsp:txXfrm>
    </dsp:sp>
    <dsp:sp modelId="{458588F2-E106-EC45-816E-D0045B926D23}">
      <dsp:nvSpPr>
        <dsp:cNvPr id="0" name=""/>
        <dsp:cNvSpPr/>
      </dsp:nvSpPr>
      <dsp:spPr>
        <a:xfrm>
          <a:off x="0" y="230330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Tyler – Database/Endpoint Designer (Schema)</a:t>
          </a:r>
        </a:p>
      </dsp:txBody>
      <dsp:txXfrm>
        <a:off x="32784" y="2336085"/>
        <a:ext cx="8164032" cy="606012"/>
      </dsp:txXfrm>
    </dsp:sp>
    <dsp:sp modelId="{2A92A4AB-C48F-184F-A8FF-8EB94B227781}">
      <dsp:nvSpPr>
        <dsp:cNvPr id="0" name=""/>
        <dsp:cNvSpPr/>
      </dsp:nvSpPr>
      <dsp:spPr>
        <a:xfrm>
          <a:off x="0" y="305552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Will – Geolocation</a:t>
          </a:r>
        </a:p>
      </dsp:txBody>
      <dsp:txXfrm>
        <a:off x="32784" y="3088305"/>
        <a:ext cx="8164032" cy="606012"/>
      </dsp:txXfrm>
    </dsp:sp>
    <dsp:sp modelId="{718185B4-1353-7742-B521-F0FEE4DE21F7}">
      <dsp:nvSpPr>
        <dsp:cNvPr id="0" name=""/>
        <dsp:cNvSpPr/>
      </dsp:nvSpPr>
      <dsp:spPr>
        <a:xfrm>
          <a:off x="0" y="380774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Nick – Geolocation</a:t>
          </a:r>
        </a:p>
      </dsp:txBody>
      <dsp:txXfrm>
        <a:off x="32784" y="3840525"/>
        <a:ext cx="8164032" cy="606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C15043-046F-834A-BE71-63F631D5DEED}">
      <dsp:nvSpPr>
        <dsp:cNvPr id="0" name=""/>
        <dsp:cNvSpPr/>
      </dsp:nvSpPr>
      <dsp:spPr>
        <a:xfrm>
          <a:off x="0" y="377939"/>
          <a:ext cx="6252094" cy="4317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Improve student safety &amp; accountability</a:t>
          </a:r>
        </a:p>
      </dsp:txBody>
      <dsp:txXfrm>
        <a:off x="21075" y="399014"/>
        <a:ext cx="6209944" cy="389580"/>
      </dsp:txXfrm>
    </dsp:sp>
    <dsp:sp modelId="{4110A367-9405-B64E-8D4E-0E9BFF448775}">
      <dsp:nvSpPr>
        <dsp:cNvPr id="0" name=""/>
        <dsp:cNvSpPr/>
      </dsp:nvSpPr>
      <dsp:spPr>
        <a:xfrm>
          <a:off x="0" y="861509"/>
          <a:ext cx="6252094" cy="431730"/>
        </a:xfrm>
        <a:prstGeom prst="roundRect">
          <a:avLst/>
        </a:prstGeom>
        <a:solidFill>
          <a:schemeClr val="accent5">
            <a:hueOff val="-1241735"/>
            <a:satOff val="4976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Real-time geolocation tracking</a:t>
          </a:r>
        </a:p>
      </dsp:txBody>
      <dsp:txXfrm>
        <a:off x="21075" y="882584"/>
        <a:ext cx="6209944" cy="389580"/>
      </dsp:txXfrm>
    </dsp:sp>
    <dsp:sp modelId="{040CB51C-8CEF-F648-8616-D6F19C717029}">
      <dsp:nvSpPr>
        <dsp:cNvPr id="0" name=""/>
        <dsp:cNvSpPr/>
      </dsp:nvSpPr>
      <dsp:spPr>
        <a:xfrm>
          <a:off x="0" y="1345079"/>
          <a:ext cx="6252094" cy="431730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Role-based login system</a:t>
          </a:r>
        </a:p>
      </dsp:txBody>
      <dsp:txXfrm>
        <a:off x="21075" y="1366154"/>
        <a:ext cx="6209944" cy="389580"/>
      </dsp:txXfrm>
    </dsp:sp>
    <dsp:sp modelId="{26B83C37-ED27-044E-98F9-205FFFF65430}">
      <dsp:nvSpPr>
        <dsp:cNvPr id="0" name=""/>
        <dsp:cNvSpPr/>
      </dsp:nvSpPr>
      <dsp:spPr>
        <a:xfrm>
          <a:off x="0" y="1828649"/>
          <a:ext cx="6252094" cy="431730"/>
        </a:xfrm>
        <a:prstGeom prst="roundRect">
          <a:avLst/>
        </a:prstGeom>
        <a:solidFill>
          <a:schemeClr val="accent5">
            <a:hueOff val="-3725204"/>
            <a:satOff val="14929"/>
            <a:lumOff val="323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Analytics dashboard</a:t>
          </a:r>
        </a:p>
      </dsp:txBody>
      <dsp:txXfrm>
        <a:off x="21075" y="1849724"/>
        <a:ext cx="6209944" cy="389580"/>
      </dsp:txXfrm>
    </dsp:sp>
    <dsp:sp modelId="{AECFDB6C-2748-6040-806A-FD2CAE603419}">
      <dsp:nvSpPr>
        <dsp:cNvPr id="0" name=""/>
        <dsp:cNvSpPr/>
      </dsp:nvSpPr>
      <dsp:spPr>
        <a:xfrm>
          <a:off x="0" y="2312219"/>
          <a:ext cx="6252094" cy="43173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Clinical task management</a:t>
          </a:r>
        </a:p>
      </dsp:txBody>
      <dsp:txXfrm>
        <a:off x="21075" y="2333294"/>
        <a:ext cx="6209944" cy="389580"/>
      </dsp:txXfrm>
    </dsp:sp>
    <dsp:sp modelId="{F5D499AC-C7A5-9943-A85F-153CF85E1C1E}">
      <dsp:nvSpPr>
        <dsp:cNvPr id="0" name=""/>
        <dsp:cNvSpPr/>
      </dsp:nvSpPr>
      <dsp:spPr>
        <a:xfrm>
          <a:off x="0" y="2795789"/>
          <a:ext cx="6252094" cy="431730"/>
        </a:xfrm>
        <a:prstGeom prst="roundRect">
          <a:avLst/>
        </a:prstGeom>
        <a:solidFill>
          <a:schemeClr val="accent5">
            <a:hueOff val="-6208672"/>
            <a:satOff val="24882"/>
            <a:lumOff val="5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Support ETSU Nursing Program with a centralized tracking system</a:t>
          </a:r>
        </a:p>
      </dsp:txBody>
      <dsp:txXfrm>
        <a:off x="21075" y="2816864"/>
        <a:ext cx="6209944" cy="389580"/>
      </dsp:txXfrm>
    </dsp:sp>
    <dsp:sp modelId="{53485756-BA38-EB46-A0BB-36F414DF5C58}">
      <dsp:nvSpPr>
        <dsp:cNvPr id="0" name=""/>
        <dsp:cNvSpPr/>
      </dsp:nvSpPr>
      <dsp:spPr>
        <a:xfrm>
          <a:off x="0" y="3279359"/>
          <a:ext cx="6252094" cy="431730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Increase safety + accountability during clinical rotations</a:t>
          </a:r>
        </a:p>
      </dsp:txBody>
      <dsp:txXfrm>
        <a:off x="21075" y="3300434"/>
        <a:ext cx="6209944" cy="389580"/>
      </dsp:txXfrm>
    </dsp:sp>
    <dsp:sp modelId="{33A88E64-029E-9B40-A6DB-F90DA3E49061}">
      <dsp:nvSpPr>
        <dsp:cNvPr id="0" name=""/>
        <dsp:cNvSpPr/>
      </dsp:nvSpPr>
      <dsp:spPr>
        <a:xfrm>
          <a:off x="0" y="3762930"/>
          <a:ext cx="6252094" cy="431730"/>
        </a:xfrm>
        <a:prstGeom prst="roundRect">
          <a:avLst/>
        </a:prstGeom>
        <a:solidFill>
          <a:schemeClr val="accent5">
            <a:hueOff val="-8692142"/>
            <a:satOff val="34835"/>
            <a:lumOff val="7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Provide quick access to student progress &amp; task completion</a:t>
          </a:r>
        </a:p>
      </dsp:txBody>
      <dsp:txXfrm>
        <a:off x="21075" y="3784005"/>
        <a:ext cx="6209944" cy="389580"/>
      </dsp:txXfrm>
    </dsp:sp>
    <dsp:sp modelId="{8EA54262-0B18-E44B-8FC2-B766A628EADE}">
      <dsp:nvSpPr>
        <dsp:cNvPr id="0" name=""/>
        <dsp:cNvSpPr/>
      </dsp:nvSpPr>
      <dsp:spPr>
        <a:xfrm>
          <a:off x="0" y="4246500"/>
          <a:ext cx="6252094" cy="43173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Simplify coordination between professors and students</a:t>
          </a:r>
        </a:p>
      </dsp:txBody>
      <dsp:txXfrm>
        <a:off x="21075" y="4267575"/>
        <a:ext cx="6209944" cy="3895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DB52F-55CD-934C-AC32-7F10F89D1B9C}">
      <dsp:nvSpPr>
        <dsp:cNvPr id="0" name=""/>
        <dsp:cNvSpPr/>
      </dsp:nvSpPr>
      <dsp:spPr>
        <a:xfrm>
          <a:off x="0" y="1451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Interactive task calendar</a:t>
          </a:r>
        </a:p>
      </dsp:txBody>
      <dsp:txXfrm>
        <a:off x="50347" y="64858"/>
        <a:ext cx="8128906" cy="930660"/>
      </dsp:txXfrm>
    </dsp:sp>
    <dsp:sp modelId="{B3AE7414-56B4-D049-B250-1DFEF5D01089}">
      <dsp:nvSpPr>
        <dsp:cNvPr id="0" name=""/>
        <dsp:cNvSpPr/>
      </dsp:nvSpPr>
      <dsp:spPr>
        <a:xfrm>
          <a:off x="0" y="116970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Role-based dashboards</a:t>
          </a:r>
        </a:p>
      </dsp:txBody>
      <dsp:txXfrm>
        <a:off x="50347" y="1220053"/>
        <a:ext cx="8128906" cy="930660"/>
      </dsp:txXfrm>
    </dsp:sp>
    <dsp:sp modelId="{42BDB2FE-4EA7-3543-A335-A1B56F612312}">
      <dsp:nvSpPr>
        <dsp:cNvPr id="0" name=""/>
        <dsp:cNvSpPr/>
      </dsp:nvSpPr>
      <dsp:spPr>
        <a:xfrm>
          <a:off x="0" y="232490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Student geolocation simulation</a:t>
          </a:r>
        </a:p>
      </dsp:txBody>
      <dsp:txXfrm>
        <a:off x="50347" y="2375248"/>
        <a:ext cx="8128906" cy="930660"/>
      </dsp:txXfrm>
    </dsp:sp>
    <dsp:sp modelId="{AFDFC0EA-6918-6240-9402-FEFD2DB996C8}">
      <dsp:nvSpPr>
        <dsp:cNvPr id="0" name=""/>
        <dsp:cNvSpPr/>
      </dsp:nvSpPr>
      <dsp:spPr>
        <a:xfrm>
          <a:off x="0" y="348009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Analytics &amp; reports</a:t>
          </a:r>
        </a:p>
      </dsp:txBody>
      <dsp:txXfrm>
        <a:off x="50347" y="3530443"/>
        <a:ext cx="8128906" cy="9306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9AA1B-5B01-9440-9823-17842AF337A1}">
      <dsp:nvSpPr>
        <dsp:cNvPr id="0" name=""/>
        <dsp:cNvSpPr/>
      </dsp:nvSpPr>
      <dsp:spPr>
        <a:xfrm>
          <a:off x="134256" y="1030"/>
          <a:ext cx="4331667" cy="27506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29673E-AF3B-F845-97B7-E9591D1FEDC2}">
      <dsp:nvSpPr>
        <dsp:cNvPr id="0" name=""/>
        <dsp:cNvSpPr/>
      </dsp:nvSpPr>
      <dsp:spPr>
        <a:xfrm>
          <a:off x="615552" y="458262"/>
          <a:ext cx="4331667" cy="27506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ERD: Students, Professors, Tasks, Locations</a:t>
          </a:r>
        </a:p>
      </dsp:txBody>
      <dsp:txXfrm>
        <a:off x="696115" y="538825"/>
        <a:ext cx="4170541" cy="2589482"/>
      </dsp:txXfrm>
    </dsp:sp>
    <dsp:sp modelId="{C323926D-8262-AB44-BD3A-BC0E22008B2B}">
      <dsp:nvSpPr>
        <dsp:cNvPr id="0" name=""/>
        <dsp:cNvSpPr/>
      </dsp:nvSpPr>
      <dsp:spPr>
        <a:xfrm>
          <a:off x="5428516" y="1030"/>
          <a:ext cx="4331667" cy="27506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59D8F-A555-A544-8057-AD35CC11DBA8}">
      <dsp:nvSpPr>
        <dsp:cNvPr id="0" name=""/>
        <dsp:cNvSpPr/>
      </dsp:nvSpPr>
      <dsp:spPr>
        <a:xfrm>
          <a:off x="5909813" y="458262"/>
          <a:ext cx="4331667" cy="27506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Data Flow: Login → Dashboard → Task Management</a:t>
          </a:r>
        </a:p>
      </dsp:txBody>
      <dsp:txXfrm>
        <a:off x="5990376" y="538825"/>
        <a:ext cx="4170541" cy="25894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594FDC-5925-4D45-81F4-8D76DDD285FB}">
      <dsp:nvSpPr>
        <dsp:cNvPr id="0" name=""/>
        <dsp:cNvSpPr/>
      </dsp:nvSpPr>
      <dsp:spPr>
        <a:xfrm>
          <a:off x="472382" y="2992"/>
          <a:ext cx="2723967" cy="163438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Visual Studio 2022, .NET 8</a:t>
          </a:r>
        </a:p>
      </dsp:txBody>
      <dsp:txXfrm>
        <a:off x="472382" y="2992"/>
        <a:ext cx="2723967" cy="1634380"/>
      </dsp:txXfrm>
    </dsp:sp>
    <dsp:sp modelId="{E91CB619-E69F-CD4B-A0ED-DE830B8580AA}">
      <dsp:nvSpPr>
        <dsp:cNvPr id="0" name=""/>
        <dsp:cNvSpPr/>
      </dsp:nvSpPr>
      <dsp:spPr>
        <a:xfrm>
          <a:off x="3468746" y="2992"/>
          <a:ext cx="2723967" cy="163438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C# Razor Pages</a:t>
          </a:r>
        </a:p>
      </dsp:txBody>
      <dsp:txXfrm>
        <a:off x="3468746" y="2992"/>
        <a:ext cx="2723967" cy="1634380"/>
      </dsp:txXfrm>
    </dsp:sp>
    <dsp:sp modelId="{AB028E7A-D8EC-4D61-8527-6A7C766406D8}">
      <dsp:nvSpPr>
        <dsp:cNvPr id="0" name=""/>
        <dsp:cNvSpPr/>
      </dsp:nvSpPr>
      <dsp:spPr>
        <a:xfrm>
          <a:off x="472382" y="1909769"/>
          <a:ext cx="2723967" cy="163438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latin typeface="Calibri"/>
            </a:rPr>
            <a:t>SQLite</a:t>
          </a:r>
        </a:p>
      </dsp:txBody>
      <dsp:txXfrm>
        <a:off x="472382" y="1909769"/>
        <a:ext cx="2723967" cy="1634380"/>
      </dsp:txXfrm>
    </dsp:sp>
    <dsp:sp modelId="{B1F5A190-AE46-5041-AF33-E04904CDD8CE}">
      <dsp:nvSpPr>
        <dsp:cNvPr id="0" name=""/>
        <dsp:cNvSpPr/>
      </dsp:nvSpPr>
      <dsp:spPr>
        <a:xfrm>
          <a:off x="3468746" y="1909769"/>
          <a:ext cx="2723967" cy="163438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GitHub version control</a:t>
          </a:r>
        </a:p>
      </dsp:txBody>
      <dsp:txXfrm>
        <a:off x="3468746" y="1909769"/>
        <a:ext cx="2723967" cy="1634380"/>
      </dsp:txXfrm>
    </dsp:sp>
    <dsp:sp modelId="{9AA60033-FECC-5942-9370-E05F439949CB}">
      <dsp:nvSpPr>
        <dsp:cNvPr id="0" name=""/>
        <dsp:cNvSpPr/>
      </dsp:nvSpPr>
      <dsp:spPr>
        <a:xfrm>
          <a:off x="472382" y="3816547"/>
          <a:ext cx="2723967" cy="163438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Localhost mock testing</a:t>
          </a:r>
        </a:p>
      </dsp:txBody>
      <dsp:txXfrm>
        <a:off x="472382" y="3816547"/>
        <a:ext cx="2723967" cy="1634380"/>
      </dsp:txXfrm>
    </dsp:sp>
    <dsp:sp modelId="{292D5119-3040-7C4C-9F73-1ACEBA3C5DCB}">
      <dsp:nvSpPr>
        <dsp:cNvPr id="0" name=""/>
        <dsp:cNvSpPr/>
      </dsp:nvSpPr>
      <dsp:spPr>
        <a:xfrm>
          <a:off x="3468746" y="3816547"/>
          <a:ext cx="2723967" cy="163438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HTML, CSS, and Javascript</a:t>
          </a:r>
        </a:p>
      </dsp:txBody>
      <dsp:txXfrm>
        <a:off x="3468746" y="3816547"/>
        <a:ext cx="2723967" cy="16343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DB52F-55CD-934C-AC32-7F10F89D1B9C}">
      <dsp:nvSpPr>
        <dsp:cNvPr id="0" name=""/>
        <dsp:cNvSpPr/>
      </dsp:nvSpPr>
      <dsp:spPr>
        <a:xfrm>
          <a:off x="0" y="43491"/>
          <a:ext cx="4786604" cy="1429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Designed so professors can create and manage assignments for their students</a:t>
          </a:r>
        </a:p>
      </dsp:txBody>
      <dsp:txXfrm>
        <a:off x="69794" y="113285"/>
        <a:ext cx="4647016" cy="1290152"/>
      </dsp:txXfrm>
    </dsp:sp>
    <dsp:sp modelId="{3D5DDDF4-3E66-4A1F-9A22-F10862D3950F}">
      <dsp:nvSpPr>
        <dsp:cNvPr id="0" name=""/>
        <dsp:cNvSpPr/>
      </dsp:nvSpPr>
      <dsp:spPr>
        <a:xfrm>
          <a:off x="0" y="1548111"/>
          <a:ext cx="4786604" cy="1429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Designed to store student location every 60 seconds</a:t>
          </a:r>
        </a:p>
      </dsp:txBody>
      <dsp:txXfrm>
        <a:off x="69794" y="1617905"/>
        <a:ext cx="4647016" cy="1290152"/>
      </dsp:txXfrm>
    </dsp:sp>
    <dsp:sp modelId="{37FB8089-82E9-4C81-980F-D5D562CC4D49}">
      <dsp:nvSpPr>
        <dsp:cNvPr id="0" name=""/>
        <dsp:cNvSpPr/>
      </dsp:nvSpPr>
      <dsp:spPr>
        <a:xfrm>
          <a:off x="0" y="3052731"/>
          <a:ext cx="4786604" cy="1429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Designed to store incidents of students leaving their designated areas</a:t>
          </a:r>
        </a:p>
      </dsp:txBody>
      <dsp:txXfrm>
        <a:off x="69794" y="3122525"/>
        <a:ext cx="4647016" cy="129015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DB52F-55CD-934C-AC32-7F10F89D1B9C}">
      <dsp:nvSpPr>
        <dsp:cNvPr id="0" name=""/>
        <dsp:cNvSpPr/>
      </dsp:nvSpPr>
      <dsp:spPr>
        <a:xfrm>
          <a:off x="0" y="53571"/>
          <a:ext cx="564746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latin typeface="Calibri"/>
              <a:ea typeface="+mn-ea"/>
              <a:cs typeface="+mn-cs"/>
            </a:rPr>
            <a:t> A relational database implemented using Entity Framework Core</a:t>
          </a:r>
          <a:endParaRPr lang="en-US" sz="21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40780" y="94351"/>
        <a:ext cx="5565904" cy="753819"/>
      </dsp:txXfrm>
    </dsp:sp>
    <dsp:sp modelId="{520A88E0-F548-4200-B8A1-7E5CC064F864}">
      <dsp:nvSpPr>
        <dsp:cNvPr id="0" name=""/>
        <dsp:cNvSpPr/>
      </dsp:nvSpPr>
      <dsp:spPr>
        <a:xfrm>
          <a:off x="0" y="949431"/>
          <a:ext cx="564746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latin typeface="Calibri"/>
              <a:ea typeface="+mn-ea"/>
              <a:cs typeface="+mn-cs"/>
            </a:rPr>
            <a:t> TPH inheritance for User -&gt; Professor and Student</a:t>
          </a:r>
        </a:p>
      </dsp:txBody>
      <dsp:txXfrm>
        <a:off x="40780" y="990211"/>
        <a:ext cx="5565904" cy="753819"/>
      </dsp:txXfrm>
    </dsp:sp>
    <dsp:sp modelId="{3D5DDDF4-3E66-4A1F-9A22-F10862D3950F}">
      <dsp:nvSpPr>
        <dsp:cNvPr id="0" name=""/>
        <dsp:cNvSpPr/>
      </dsp:nvSpPr>
      <dsp:spPr>
        <a:xfrm>
          <a:off x="0" y="1845291"/>
          <a:ext cx="564746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latin typeface="Calibri"/>
              <a:ea typeface="+mn-ea"/>
              <a:cs typeface="+mn-cs"/>
            </a:rPr>
            <a:t> </a:t>
          </a:r>
          <a:r>
            <a:rPr lang="en-US" sz="2100" kern="1200" err="1">
              <a:solidFill>
                <a:srgbClr val="FFFFFF"/>
              </a:solidFill>
              <a:latin typeface="Calibri"/>
              <a:ea typeface="+mn-ea"/>
              <a:cs typeface="+mn-cs"/>
            </a:rPr>
            <a:t>ENumbers</a:t>
          </a:r>
          <a:r>
            <a:rPr lang="en-US" sz="2100" kern="1200">
              <a:solidFill>
                <a:srgbClr val="FFFFFF"/>
              </a:solidFill>
              <a:latin typeface="Calibri"/>
              <a:ea typeface="+mn-ea"/>
              <a:cs typeface="+mn-cs"/>
            </a:rPr>
            <a:t> were used as Primary Keys for all Users</a:t>
          </a:r>
          <a:endParaRPr lang="en-US" sz="21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40780" y="1886071"/>
        <a:ext cx="5565904" cy="753819"/>
      </dsp:txXfrm>
    </dsp:sp>
    <dsp:sp modelId="{66201A5D-100D-4775-90ED-E3497970ED31}">
      <dsp:nvSpPr>
        <dsp:cNvPr id="0" name=""/>
        <dsp:cNvSpPr/>
      </dsp:nvSpPr>
      <dsp:spPr>
        <a:xfrm>
          <a:off x="0" y="2741151"/>
          <a:ext cx="564746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latin typeface="Calibri"/>
              <a:ea typeface="+mn-ea"/>
              <a:cs typeface="+mn-cs"/>
            </a:rPr>
            <a:t> Other Primary Keys were auto </a:t>
          </a:r>
          <a:r>
            <a:rPr lang="en-US" sz="2100" kern="1200">
              <a:solidFill>
                <a:srgbClr val="FFFFFF"/>
              </a:solidFill>
              <a:ea typeface="+mn-ea"/>
              <a:cs typeface="+mn-cs"/>
            </a:rPr>
            <a:t>incremented </a:t>
          </a:r>
        </a:p>
      </dsp:txBody>
      <dsp:txXfrm>
        <a:off x="40780" y="2781931"/>
        <a:ext cx="5565904" cy="753819"/>
      </dsp:txXfrm>
    </dsp:sp>
    <dsp:sp modelId="{FFE982A4-1AA7-48E0-ABF5-396FA422C98D}">
      <dsp:nvSpPr>
        <dsp:cNvPr id="0" name=""/>
        <dsp:cNvSpPr/>
      </dsp:nvSpPr>
      <dsp:spPr>
        <a:xfrm>
          <a:off x="0" y="3637011"/>
          <a:ext cx="564746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latin typeface="Calibri"/>
              <a:ea typeface="+mn-ea"/>
              <a:cs typeface="+mn-cs"/>
            </a:rPr>
            <a:t> CURD endpoints were created to interact with Database</a:t>
          </a:r>
        </a:p>
      </dsp:txBody>
      <dsp:txXfrm>
        <a:off x="40780" y="3677791"/>
        <a:ext cx="5565904" cy="75381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DB52F-55CD-934C-AC32-7F10F89D1B9C}">
      <dsp:nvSpPr>
        <dsp:cNvPr id="0" name=""/>
        <dsp:cNvSpPr/>
      </dsp:nvSpPr>
      <dsp:spPr>
        <a:xfrm>
          <a:off x="0" y="175071"/>
          <a:ext cx="4786604" cy="20346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Checks student location every 60 seconds</a:t>
          </a:r>
        </a:p>
      </dsp:txBody>
      <dsp:txXfrm>
        <a:off x="99322" y="274393"/>
        <a:ext cx="4587960" cy="1835986"/>
      </dsp:txXfrm>
    </dsp:sp>
    <dsp:sp modelId="{86F6C98E-D2D9-4ACD-BAAA-09C8D740EEEE}">
      <dsp:nvSpPr>
        <dsp:cNvPr id="0" name=""/>
        <dsp:cNvSpPr/>
      </dsp:nvSpPr>
      <dsp:spPr>
        <a:xfrm>
          <a:off x="0" y="2316261"/>
          <a:ext cx="4786604" cy="20346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Can accurately determine student location within 15 feet</a:t>
          </a:r>
        </a:p>
      </dsp:txBody>
      <dsp:txXfrm>
        <a:off x="99322" y="2415583"/>
        <a:ext cx="4587960" cy="183598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D37822-5A2B-CA43-A92F-947EC63BA212}">
      <dsp:nvSpPr>
        <dsp:cNvPr id="0" name=""/>
        <dsp:cNvSpPr/>
      </dsp:nvSpPr>
      <dsp:spPr>
        <a:xfrm>
          <a:off x="0" y="56450"/>
          <a:ext cx="5169876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Backend integration issues</a:t>
          </a:r>
        </a:p>
      </dsp:txBody>
      <dsp:txXfrm>
        <a:off x="40724" y="97174"/>
        <a:ext cx="5088428" cy="752780"/>
      </dsp:txXfrm>
    </dsp:sp>
    <dsp:sp modelId="{96D4C443-879D-EB4E-92CE-FC2430A9A8CC}">
      <dsp:nvSpPr>
        <dsp:cNvPr id="0" name=""/>
        <dsp:cNvSpPr/>
      </dsp:nvSpPr>
      <dsp:spPr>
        <a:xfrm>
          <a:off x="0" y="951159"/>
          <a:ext cx="5169876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Authentication complexity</a:t>
          </a:r>
        </a:p>
      </dsp:txBody>
      <dsp:txXfrm>
        <a:off x="40724" y="991883"/>
        <a:ext cx="5088428" cy="752780"/>
      </dsp:txXfrm>
    </dsp:sp>
    <dsp:sp modelId="{F5B85420-4C39-9E44-B3F8-8A490D4AE986}">
      <dsp:nvSpPr>
        <dsp:cNvPr id="0" name=""/>
        <dsp:cNvSpPr/>
      </dsp:nvSpPr>
      <dsp:spPr>
        <a:xfrm>
          <a:off x="0" y="1845867"/>
          <a:ext cx="5169876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Clearer data structures</a:t>
          </a:r>
        </a:p>
      </dsp:txBody>
      <dsp:txXfrm>
        <a:off x="40724" y="1886591"/>
        <a:ext cx="5088428" cy="752780"/>
      </dsp:txXfrm>
    </dsp:sp>
    <dsp:sp modelId="{87759AC7-1FE7-6241-8F40-563430914760}">
      <dsp:nvSpPr>
        <dsp:cNvPr id="0" name=""/>
        <dsp:cNvSpPr/>
      </dsp:nvSpPr>
      <dsp:spPr>
        <a:xfrm>
          <a:off x="0" y="2740575"/>
          <a:ext cx="5169876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Some of us had to install applications to see our work</a:t>
          </a:r>
        </a:p>
      </dsp:txBody>
      <dsp:txXfrm>
        <a:off x="40724" y="2781299"/>
        <a:ext cx="5088428" cy="752780"/>
      </dsp:txXfrm>
    </dsp:sp>
    <dsp:sp modelId="{6417438F-4F6C-6D40-BBFF-1F7F598EAC52}">
      <dsp:nvSpPr>
        <dsp:cNvPr id="0" name=""/>
        <dsp:cNvSpPr/>
      </dsp:nvSpPr>
      <dsp:spPr>
        <a:xfrm>
          <a:off x="0" y="3635283"/>
          <a:ext cx="5169876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Git merge conflicts between frontend &amp; backend</a:t>
          </a:r>
        </a:p>
      </dsp:txBody>
      <dsp:txXfrm>
        <a:off x="40724" y="3676007"/>
        <a:ext cx="5088428" cy="75278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E36DB9-6901-1D41-9D7C-28E8AF39C783}">
      <dsp:nvSpPr>
        <dsp:cNvPr id="0" name=""/>
        <dsp:cNvSpPr/>
      </dsp:nvSpPr>
      <dsp:spPr>
        <a:xfrm>
          <a:off x="0" y="49916"/>
          <a:ext cx="5169876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Authentication setup complexity</a:t>
          </a:r>
        </a:p>
      </dsp:txBody>
      <dsp:txXfrm>
        <a:off x="40724" y="90640"/>
        <a:ext cx="5088428" cy="752780"/>
      </dsp:txXfrm>
    </dsp:sp>
    <dsp:sp modelId="{4238E194-CC8A-7D4F-B2DF-B6B01276D878}">
      <dsp:nvSpPr>
        <dsp:cNvPr id="0" name=""/>
        <dsp:cNvSpPr/>
      </dsp:nvSpPr>
      <dsp:spPr>
        <a:xfrm>
          <a:off x="0" y="944624"/>
          <a:ext cx="5169876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Geolocation API restrictions → needed simulation</a:t>
          </a:r>
        </a:p>
      </dsp:txBody>
      <dsp:txXfrm>
        <a:off x="40724" y="985348"/>
        <a:ext cx="5088428" cy="752780"/>
      </dsp:txXfrm>
    </dsp:sp>
    <dsp:sp modelId="{566B3CA3-2A80-6447-844B-CED1642F4C20}">
      <dsp:nvSpPr>
        <dsp:cNvPr id="0" name=""/>
        <dsp:cNvSpPr/>
      </dsp:nvSpPr>
      <dsp:spPr>
        <a:xfrm>
          <a:off x="0" y="1839333"/>
          <a:ext cx="5169876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Time constraints across 5 sprints</a:t>
          </a:r>
        </a:p>
      </dsp:txBody>
      <dsp:txXfrm>
        <a:off x="40724" y="1880057"/>
        <a:ext cx="5088428" cy="752780"/>
      </dsp:txXfrm>
    </dsp:sp>
    <dsp:sp modelId="{581DF1BF-01DC-8245-97DB-0226141B569C}">
      <dsp:nvSpPr>
        <dsp:cNvPr id="0" name=""/>
        <dsp:cNvSpPr/>
      </dsp:nvSpPr>
      <dsp:spPr>
        <a:xfrm>
          <a:off x="0" y="2734041"/>
          <a:ext cx="5169876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Learning curve with Entity Framework migrations</a:t>
          </a:r>
        </a:p>
      </dsp:txBody>
      <dsp:txXfrm>
        <a:off x="40724" y="2774765"/>
        <a:ext cx="5088428" cy="75278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E0E3E-7825-024E-B9E5-BDD510B289E1}">
      <dsp:nvSpPr>
        <dsp:cNvPr id="0" name=""/>
        <dsp:cNvSpPr/>
      </dsp:nvSpPr>
      <dsp:spPr>
        <a:xfrm>
          <a:off x="0" y="440"/>
          <a:ext cx="508584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026F0E3-5E9B-304E-AF49-2D81A2CEE207}">
      <dsp:nvSpPr>
        <dsp:cNvPr id="0" name=""/>
        <dsp:cNvSpPr/>
      </dsp:nvSpPr>
      <dsp:spPr>
        <a:xfrm>
          <a:off x="0" y="440"/>
          <a:ext cx="5085847" cy="721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Sprint 1</a:t>
          </a:r>
          <a:r>
            <a:rPr lang="en-US" sz="1400" kern="1200">
              <a:latin typeface="Calibri"/>
            </a:rPr>
            <a:t>: The Sprint Goal was to establish a base for the project by both researching technologies to apply to the project and creating structures for the application and the database.</a:t>
          </a:r>
          <a:endParaRPr lang="en-US" sz="1400" kern="1200"/>
        </a:p>
      </dsp:txBody>
      <dsp:txXfrm>
        <a:off x="0" y="440"/>
        <a:ext cx="5085847" cy="721706"/>
      </dsp:txXfrm>
    </dsp:sp>
    <dsp:sp modelId="{C1BF5225-D09A-FE47-8246-9A96E40E8A55}">
      <dsp:nvSpPr>
        <dsp:cNvPr id="0" name=""/>
        <dsp:cNvSpPr/>
      </dsp:nvSpPr>
      <dsp:spPr>
        <a:xfrm>
          <a:off x="0" y="722147"/>
          <a:ext cx="5085847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2B6A02F-D6FC-F849-A4EE-DA8723A7741D}">
      <dsp:nvSpPr>
        <dsp:cNvPr id="0" name=""/>
        <dsp:cNvSpPr/>
      </dsp:nvSpPr>
      <dsp:spPr>
        <a:xfrm>
          <a:off x="0" y="722147"/>
          <a:ext cx="5085847" cy="721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Sprint 2</a:t>
          </a:r>
          <a:r>
            <a:rPr lang="en-US" sz="1400" kern="1200">
              <a:latin typeface="Calibri"/>
            </a:rPr>
            <a:t>: The Sprint Goal was to set up the last important pieces to help the project continue properly. This was goals like fixing the Kanban Board and finding the final API.</a:t>
          </a:r>
          <a:endParaRPr lang="en-US" sz="1400" kern="1200"/>
        </a:p>
      </dsp:txBody>
      <dsp:txXfrm>
        <a:off x="0" y="722147"/>
        <a:ext cx="5085847" cy="721706"/>
      </dsp:txXfrm>
    </dsp:sp>
    <dsp:sp modelId="{F7131632-F5EA-E043-BB01-3F401E6B93F2}">
      <dsp:nvSpPr>
        <dsp:cNvPr id="0" name=""/>
        <dsp:cNvSpPr/>
      </dsp:nvSpPr>
      <dsp:spPr>
        <a:xfrm>
          <a:off x="0" y="1443854"/>
          <a:ext cx="5085847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1A9897-0BA8-6749-82FA-69103265DE34}">
      <dsp:nvSpPr>
        <dsp:cNvPr id="0" name=""/>
        <dsp:cNvSpPr/>
      </dsp:nvSpPr>
      <dsp:spPr>
        <a:xfrm>
          <a:off x="0" y="1443854"/>
          <a:ext cx="5085847" cy="721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Sprint 3:The main Sprint goals we were working toward during this period were getting the location tracking started and building the log in system for the web page. </a:t>
          </a:r>
        </a:p>
      </dsp:txBody>
      <dsp:txXfrm>
        <a:off x="0" y="1443854"/>
        <a:ext cx="5085847" cy="721706"/>
      </dsp:txXfrm>
    </dsp:sp>
    <dsp:sp modelId="{4D4D1F6E-E41C-234B-980F-F1FD3E9DB91E}">
      <dsp:nvSpPr>
        <dsp:cNvPr id="0" name=""/>
        <dsp:cNvSpPr/>
      </dsp:nvSpPr>
      <dsp:spPr>
        <a:xfrm>
          <a:off x="0" y="2165561"/>
          <a:ext cx="5085847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32AD9ED-82DD-3143-AB1B-DF2133A5E7B8}">
      <dsp:nvSpPr>
        <dsp:cNvPr id="0" name=""/>
        <dsp:cNvSpPr/>
      </dsp:nvSpPr>
      <dsp:spPr>
        <a:xfrm>
          <a:off x="0" y="2165561"/>
          <a:ext cx="5085847" cy="721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Sprint 4: For this sprint we worked on dividing up the last tasks needed for a minimum viable product, along with finishing the geo location tracking and frontend final touches.</a:t>
          </a:r>
        </a:p>
      </dsp:txBody>
      <dsp:txXfrm>
        <a:off x="0" y="2165561"/>
        <a:ext cx="5085847" cy="721706"/>
      </dsp:txXfrm>
    </dsp:sp>
    <dsp:sp modelId="{121F999C-D57D-5A43-8537-B73F1A5FF18F}">
      <dsp:nvSpPr>
        <dsp:cNvPr id="0" name=""/>
        <dsp:cNvSpPr/>
      </dsp:nvSpPr>
      <dsp:spPr>
        <a:xfrm>
          <a:off x="0" y="2887268"/>
          <a:ext cx="5085847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F5D9DD-C2B7-9642-8DBE-51794ADC7578}">
      <dsp:nvSpPr>
        <dsp:cNvPr id="0" name=""/>
        <dsp:cNvSpPr/>
      </dsp:nvSpPr>
      <dsp:spPr>
        <a:xfrm>
          <a:off x="0" y="2887268"/>
          <a:ext cx="5085847" cy="721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Sprint 5: The goal of this sprint was to wrap up the project, combine front and back end, and create a presentable product. In the end, we achieved a functional product.</a:t>
          </a:r>
        </a:p>
      </dsp:txBody>
      <dsp:txXfrm>
        <a:off x="0" y="2887268"/>
        <a:ext cx="5085847" cy="72170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7B3F4-1D4A-4D0F-A9C4-90788C90F6DC}">
      <dsp:nvSpPr>
        <dsp:cNvPr id="0" name=""/>
        <dsp:cNvSpPr/>
      </dsp:nvSpPr>
      <dsp:spPr>
        <a:xfrm>
          <a:off x="15352" y="589346"/>
          <a:ext cx="1234246" cy="1234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FC49D8-A61E-4227-B25F-A941A1E958A4}">
      <dsp:nvSpPr>
        <dsp:cNvPr id="0" name=""/>
        <dsp:cNvSpPr/>
      </dsp:nvSpPr>
      <dsp:spPr>
        <a:xfrm>
          <a:off x="274543" y="848538"/>
          <a:ext cx="715862" cy="7158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AC21B-04E2-4176-85EA-31C36D028A2F}">
      <dsp:nvSpPr>
        <dsp:cNvPr id="0" name=""/>
        <dsp:cNvSpPr/>
      </dsp:nvSpPr>
      <dsp:spPr>
        <a:xfrm>
          <a:off x="1514079" y="589346"/>
          <a:ext cx="2909294" cy="1234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Connect calendar to backend database</a:t>
          </a:r>
        </a:p>
      </dsp:txBody>
      <dsp:txXfrm>
        <a:off x="1514079" y="589346"/>
        <a:ext cx="2909294" cy="1234246"/>
      </dsp:txXfrm>
    </dsp:sp>
    <dsp:sp modelId="{F0A7333E-A404-4FF1-9ACD-5667822CB30F}">
      <dsp:nvSpPr>
        <dsp:cNvPr id="0" name=""/>
        <dsp:cNvSpPr/>
      </dsp:nvSpPr>
      <dsp:spPr>
        <a:xfrm>
          <a:off x="4930296" y="589346"/>
          <a:ext cx="1234246" cy="1234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FFE478-7094-469E-8529-528757359A24}">
      <dsp:nvSpPr>
        <dsp:cNvPr id="0" name=""/>
        <dsp:cNvSpPr/>
      </dsp:nvSpPr>
      <dsp:spPr>
        <a:xfrm>
          <a:off x="5189488" y="848538"/>
          <a:ext cx="715862" cy="7158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0AA39D-234C-4CDB-BA19-B1652DCDCFCA}">
      <dsp:nvSpPr>
        <dsp:cNvPr id="0" name=""/>
        <dsp:cNvSpPr/>
      </dsp:nvSpPr>
      <dsp:spPr>
        <a:xfrm>
          <a:off x="6429024" y="589346"/>
          <a:ext cx="2909294" cy="1234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"/>
            </a:rPr>
            <a:t>Adding Isolated Student &amp; Faculty Views</a:t>
          </a:r>
          <a:endParaRPr lang="en-US" sz="2400" kern="1200"/>
        </a:p>
      </dsp:txBody>
      <dsp:txXfrm>
        <a:off x="6429024" y="589346"/>
        <a:ext cx="2909294" cy="1234246"/>
      </dsp:txXfrm>
    </dsp:sp>
    <dsp:sp modelId="{AE1C567A-9F30-42C7-B71C-0FB18617C17B}">
      <dsp:nvSpPr>
        <dsp:cNvPr id="0" name=""/>
        <dsp:cNvSpPr/>
      </dsp:nvSpPr>
      <dsp:spPr>
        <a:xfrm>
          <a:off x="15352" y="2570607"/>
          <a:ext cx="1234246" cy="1234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B33628-401D-4A54-A18C-7E16B746F5CE}">
      <dsp:nvSpPr>
        <dsp:cNvPr id="0" name=""/>
        <dsp:cNvSpPr/>
      </dsp:nvSpPr>
      <dsp:spPr>
        <a:xfrm>
          <a:off x="274543" y="2829798"/>
          <a:ext cx="715862" cy="7158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5CE77B-AFD0-4099-B15B-4F4A46393A8A}">
      <dsp:nvSpPr>
        <dsp:cNvPr id="0" name=""/>
        <dsp:cNvSpPr/>
      </dsp:nvSpPr>
      <dsp:spPr>
        <a:xfrm>
          <a:off x="1514079" y="2570607"/>
          <a:ext cx="2909294" cy="1234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Expand analytics &amp; add mobile support</a:t>
          </a:r>
        </a:p>
      </dsp:txBody>
      <dsp:txXfrm>
        <a:off x="1514079" y="2570607"/>
        <a:ext cx="2909294" cy="1234246"/>
      </dsp:txXfrm>
    </dsp:sp>
    <dsp:sp modelId="{4A670299-A578-4F70-BA56-959C3A388936}">
      <dsp:nvSpPr>
        <dsp:cNvPr id="0" name=""/>
        <dsp:cNvSpPr/>
      </dsp:nvSpPr>
      <dsp:spPr>
        <a:xfrm>
          <a:off x="4930296" y="2570607"/>
          <a:ext cx="1234246" cy="1234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B3B6D-AE5A-4623-B7D9-5A84632B0125}">
      <dsp:nvSpPr>
        <dsp:cNvPr id="0" name=""/>
        <dsp:cNvSpPr/>
      </dsp:nvSpPr>
      <dsp:spPr>
        <a:xfrm>
          <a:off x="5189488" y="2829798"/>
          <a:ext cx="715862" cy="71586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740910-9DC9-4B99-B458-67AFA8E4190A}">
      <dsp:nvSpPr>
        <dsp:cNvPr id="0" name=""/>
        <dsp:cNvSpPr/>
      </dsp:nvSpPr>
      <dsp:spPr>
        <a:xfrm>
          <a:off x="6429024" y="2570607"/>
          <a:ext cx="2909294" cy="1234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TrackED enhances supervision in ETSU Nursing</a:t>
          </a:r>
        </a:p>
      </dsp:txBody>
      <dsp:txXfrm>
        <a:off x="6429024" y="2570607"/>
        <a:ext cx="2909294" cy="1234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1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2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4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in a hospital room&#10;&#10;AI-generated content may be incorrect.">
            <a:extLst>
              <a:ext uri="{FF2B5EF4-FFF2-40B4-BE49-F238E27FC236}">
                <a16:creationId xmlns:a16="http://schemas.microsoft.com/office/drawing/2014/main" id="{1539ABF9-7D16-5D42-D358-F4AE11BE3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691"/>
          <a:stretch>
            <a:fillRect/>
          </a:stretch>
        </p:blipFill>
        <p:spPr>
          <a:xfrm>
            <a:off x="20" y="10"/>
            <a:ext cx="12188805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88825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0343D-BB0A-77C9-DE71-8EAB5CF64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38" y="5317240"/>
            <a:ext cx="11208006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60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TrackED</a:t>
            </a:r>
            <a:endParaRPr lang="en-US" sz="3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88825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88825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13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t>TrackED: Nursing Student Tracking Web Application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EC4F827-54A6-20A9-C1C6-6F2F2804B1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A yellow letter e on a blue background&#10;&#10;AI-generated content may be incorrect.">
            <a:extLst>
              <a:ext uri="{FF2B5EF4-FFF2-40B4-BE49-F238E27FC236}">
                <a16:creationId xmlns:a16="http://schemas.microsoft.com/office/drawing/2014/main" id="{C53F00D5-0ACD-72E6-94E1-69F7DDB724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7225" y="0"/>
            <a:ext cx="26416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3" y="0"/>
            <a:ext cx="12185778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278" y="774970"/>
            <a:ext cx="304800" cy="42965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12045592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5064" y="1042698"/>
            <a:ext cx="2796461" cy="71106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6606" y="317578"/>
            <a:ext cx="548497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6094408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5030" y="5940559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495992"/>
            <a:ext cx="4194048" cy="5638831"/>
          </a:xfrm>
          <a:noFill/>
        </p:spPr>
        <p:txBody>
          <a:bodyPr anchor="ctr">
            <a:normAutofit/>
          </a:bodyPr>
          <a:lstStyle/>
          <a:p>
            <a:pPr algn="l"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rPr lang="en-US" sz="4800"/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4B6997-B91B-514E-0007-8E8F0B28F5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2421085"/>
              </p:ext>
            </p:extLst>
          </p:nvPr>
        </p:nvGraphicFramePr>
        <p:xfrm>
          <a:off x="4914666" y="866585"/>
          <a:ext cx="6252094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t>Team Members &amp; Roles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BB120F-A26B-3BFD-C9D6-A63D3DC5B5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641735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3" y="0"/>
            <a:ext cx="12185778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278" y="774970"/>
            <a:ext cx="304800" cy="42965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12045592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5064" y="1042698"/>
            <a:ext cx="2796461" cy="71106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6606" y="317578"/>
            <a:ext cx="548497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6094408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5030" y="5940559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B37D13E6-C4E6-A7A7-115D-FA69AF91D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771" y="495992"/>
            <a:ext cx="4194048" cy="5638831"/>
          </a:xfrm>
          <a:noFill/>
        </p:spPr>
        <p:txBody>
          <a:bodyPr anchor="ctr">
            <a:normAutofit/>
          </a:bodyPr>
          <a:lstStyle/>
          <a:p>
            <a:pPr algn="l"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rPr lang="en-US" sz="4800"/>
              <a:t>Product Vision &amp; Goals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BC9FECD9-8E4F-A21C-244D-7529558A82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8238036"/>
              </p:ext>
            </p:extLst>
          </p:nvPr>
        </p:nvGraphicFramePr>
        <p:xfrm>
          <a:off x="4914666" y="866585"/>
          <a:ext cx="6252094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t>Key Features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2B1F0C9-9473-D436-B3D6-1101DE639B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462" y="802955"/>
            <a:ext cx="4976680" cy="1454051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rPr lang="en-US" sz="3600">
                <a:solidFill>
                  <a:schemeClr val="tx2"/>
                </a:solidFill>
              </a:rP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462" y="2421682"/>
            <a:ext cx="4976282" cy="3639289"/>
          </a:xfrm>
        </p:spPr>
        <p:txBody>
          <a:bodyPr anchor="ctr">
            <a:normAutofit/>
          </a:bodyPr>
          <a:lstStyle/>
          <a:p>
            <a:pPr>
              <a:defRPr sz="2400">
                <a:solidFill>
                  <a:srgbClr val="FFFFFF"/>
                </a:solidFill>
                <a:latin typeface="Inter"/>
              </a:defRPr>
            </a:pPr>
            <a:r>
              <a:rPr lang="en-US" sz="2800">
                <a:solidFill>
                  <a:schemeClr val="tx2"/>
                </a:solidFill>
              </a:rPr>
              <a:t>ASP.NET MVC Architecture</a:t>
            </a:r>
          </a:p>
          <a:p>
            <a:pPr>
              <a:defRPr sz="2400">
                <a:solidFill>
                  <a:srgbClr val="FFFFFF"/>
                </a:solidFill>
                <a:latin typeface="Inter"/>
              </a:defRPr>
            </a:pPr>
            <a:r>
              <a:rPr lang="en-US" sz="2800">
                <a:solidFill>
                  <a:schemeClr val="tx2"/>
                </a:solidFill>
              </a:rPr>
              <a:t>Flow: Browser → Controller → Model → Database</a:t>
            </a:r>
          </a:p>
          <a:p>
            <a:pPr>
              <a:defRPr sz="2400">
                <a:solidFill>
                  <a:srgbClr val="FFFFFF"/>
                </a:solidFill>
                <a:latin typeface="Inter"/>
              </a:defRPr>
            </a:pPr>
            <a:r>
              <a:rPr lang="en-US" sz="2800">
                <a:solidFill>
                  <a:schemeClr val="tx2"/>
                </a:solidFill>
              </a:rPr>
              <a:t>Tech: C#, Razor, SQL Server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8238" y="0"/>
            <a:ext cx="5820587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517AC199-937C-10FF-6C15-5A2FE5525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9139" y="1629089"/>
            <a:ext cx="3620021" cy="36200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216597"/>
            <a:ext cx="731327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912" y="613954"/>
            <a:ext cx="10904646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359" y="809898"/>
            <a:ext cx="10170360" cy="1554480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rPr lang="en-US" sz="4800"/>
              <a:t>Detailed Design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7981" y="6485313"/>
            <a:ext cx="1051286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9B37320-447A-F879-4933-714BC40705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548932"/>
              </p:ext>
            </p:extLst>
          </p:nvPr>
        </p:nvGraphicFramePr>
        <p:xfrm>
          <a:off x="904366" y="3017519"/>
          <a:ext cx="10375737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21" y="1410605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325" y="1683756"/>
            <a:ext cx="3114454" cy="2396359"/>
          </a:xfrm>
        </p:spPr>
        <p:txBody>
          <a:bodyPr anchor="b">
            <a:normAutofit/>
          </a:bodyPr>
          <a:lstStyle/>
          <a:p>
            <a:pPr algn="r"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rPr lang="en-US" sz="4000">
                <a:solidFill>
                  <a:srgbClr val="FFFFFF"/>
                </a:solidFill>
              </a:rPr>
              <a:t>Tools &amp; Environment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7ECFC0A-0B88-49AB-E2B4-C17BD294D7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973087"/>
              </p:ext>
            </p:extLst>
          </p:nvPr>
        </p:nvGraphicFramePr>
        <p:xfrm>
          <a:off x="4903774" y="750440"/>
          <a:ext cx="6665097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E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496C8-6745-D9BB-548E-6A91B5B2D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7DD6B-A2B5-96D7-9A03-E1818EB82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786604" cy="1143000"/>
          </a:xfrm>
        </p:spPr>
        <p:txBody>
          <a:bodyPr/>
          <a:lstStyle/>
          <a:p>
            <a:pPr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rPr lang="en-US"/>
              <a:t>Database ERD</a:t>
            </a:r>
            <a:endParaRPr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9101FAD-A2DF-9C2C-DD2B-F279044763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009175"/>
              </p:ext>
            </p:extLst>
          </p:nvPr>
        </p:nvGraphicFramePr>
        <p:xfrm>
          <a:off x="457200" y="1600200"/>
          <a:ext cx="4786604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C6F1BCC-A463-F094-DD3E-68AD1C8B27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704" y="400690"/>
            <a:ext cx="6080921" cy="6056619"/>
          </a:xfrm>
          <a:prstGeom prst="round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592144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E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08FE5-E154-AF2B-7347-EEDC2A90B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985FC-D9A6-7061-8DBF-9291F3CFC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786604" cy="1143000"/>
          </a:xfrm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rPr lang="en-US"/>
              <a:t>Database Implementation </a:t>
            </a:r>
            <a:endParaRPr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8BAA259-3C15-C0F4-4615-E7EDD90EC1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4493331"/>
              </p:ext>
            </p:extLst>
          </p:nvPr>
        </p:nvGraphicFramePr>
        <p:xfrm>
          <a:off x="457200" y="1600200"/>
          <a:ext cx="5647464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63" name="Picture 1462" descr="SQLite">
            <a:extLst>
              <a:ext uri="{FF2B5EF4-FFF2-40B4-BE49-F238E27FC236}">
                <a16:creationId xmlns:a16="http://schemas.microsoft.com/office/drawing/2014/main" id="{BD9C1F64-C30A-9E1A-13FC-8EBA981EAF9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7993" t="6699" r="-758" b="279"/>
          <a:stretch>
            <a:fillRect/>
          </a:stretch>
        </p:blipFill>
        <p:spPr>
          <a:xfrm>
            <a:off x="7864496" y="1599489"/>
            <a:ext cx="3879582" cy="416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32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E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47E27-2AFF-7F96-9EEA-8F71FF2F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AC097B8-A106-4CE1-0C4C-37ADED112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" r="68"/>
          <a:stretch>
            <a:fillRect/>
          </a:stretch>
        </p:blipFill>
        <p:spPr>
          <a:xfrm>
            <a:off x="528499" y="400690"/>
            <a:ext cx="11131825" cy="6056619"/>
          </a:xfrm>
          <a:prstGeom prst="roundRect">
            <a:avLst/>
          </a:prstGeom>
          <a:ln w="28575">
            <a:solidFill>
              <a:schemeClr val="bg1"/>
            </a:solidFill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382BFF7-CEBA-4E46-24FB-53709CEB7AD5}"/>
              </a:ext>
            </a:extLst>
          </p:cNvPr>
          <p:cNvGrpSpPr/>
          <p:nvPr/>
        </p:nvGrpSpPr>
        <p:grpSpPr>
          <a:xfrm>
            <a:off x="8562427" y="5706580"/>
            <a:ext cx="3250296" cy="885948"/>
            <a:chOff x="0" y="5781"/>
            <a:chExt cx="4786604" cy="219960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BF50D06-7DFD-694B-1332-4A0B5F9B3AE0}"/>
                </a:ext>
              </a:extLst>
            </p:cNvPr>
            <p:cNvSpPr/>
            <p:nvPr/>
          </p:nvSpPr>
          <p:spPr>
            <a:xfrm>
              <a:off x="0" y="5781"/>
              <a:ext cx="4786604" cy="21996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C4776276-F5E3-3680-5D32-94AE51A4FF33}"/>
                </a:ext>
              </a:extLst>
            </p:cNvPr>
            <p:cNvSpPr txBox="1"/>
            <p:nvPr/>
          </p:nvSpPr>
          <p:spPr>
            <a:xfrm>
              <a:off x="107376" y="113157"/>
              <a:ext cx="4571852" cy="1984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/>
                <a:t>Teacher 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090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E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B8F5E-84F7-AA96-69F2-522FEE21D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95C20-B051-36C4-BD44-BD498BAD4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786604" cy="1143000"/>
          </a:xfrm>
        </p:spPr>
        <p:txBody>
          <a:bodyPr/>
          <a:lstStyle/>
          <a:p>
            <a:pPr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rPr lang="en-US"/>
              <a:t>Features</a:t>
            </a:r>
            <a:endParaRPr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0BA5BDF-BA41-A858-A732-ED2DE3C287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0448291"/>
              </p:ext>
            </p:extLst>
          </p:nvPr>
        </p:nvGraphicFramePr>
        <p:xfrm>
          <a:off x="457200" y="1600200"/>
          <a:ext cx="4786604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9014713-0EF6-FA1A-246A-0F9891F5D32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586" t="17397" r="14052" b="403"/>
          <a:stretch>
            <a:fillRect/>
          </a:stretch>
        </p:blipFill>
        <p:spPr>
          <a:xfrm>
            <a:off x="7360247" y="407504"/>
            <a:ext cx="2911623" cy="6052932"/>
          </a:xfrm>
          <a:prstGeom prst="round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991165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t>Challenges &amp; Lessons Learned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CF7065-8D63-E1E2-CA32-75D9F456D6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224975"/>
              </p:ext>
            </p:extLst>
          </p:nvPr>
        </p:nvGraphicFramePr>
        <p:xfrm>
          <a:off x="457200" y="1600200"/>
          <a:ext cx="5169877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4CF2A61-23AD-F309-95A3-99A37D60AF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312743"/>
              </p:ext>
            </p:extLst>
          </p:nvPr>
        </p:nvGraphicFramePr>
        <p:xfrm>
          <a:off x="6101861" y="1600201"/>
          <a:ext cx="5169877" cy="3618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2659" y="685800"/>
            <a:ext cx="5085847" cy="1692835"/>
          </a:xfrm>
        </p:spPr>
        <p:txBody>
          <a:bodyPr anchor="t">
            <a:normAutofit/>
          </a:bodyPr>
          <a:lstStyle/>
          <a:p>
            <a:pPr algn="l"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rPr lang="en-US" sz="5000"/>
              <a:t>Sprint Goals and Achievements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A89F931-4297-2668-81AB-8D2C905C43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" r="263"/>
          <a:stretch/>
        </p:blipFill>
        <p:spPr>
          <a:xfrm>
            <a:off x="6859202" y="1048447"/>
            <a:ext cx="4803830" cy="4805082"/>
          </a:xfrm>
          <a:prstGeom prst="rect">
            <a:avLst/>
          </a:prstGeom>
        </p:spPr>
      </p:pic>
      <p:graphicFrame>
        <p:nvGraphicFramePr>
          <p:cNvPr id="18" name="Content Placeholder 6">
            <a:extLst>
              <a:ext uri="{FF2B5EF4-FFF2-40B4-BE49-F238E27FC236}">
                <a16:creationId xmlns:a16="http://schemas.microsoft.com/office/drawing/2014/main" id="{9F4F22E6-13D8-F3D4-1052-28502E92A0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34419"/>
              </p:ext>
            </p:extLst>
          </p:nvPr>
        </p:nvGraphicFramePr>
        <p:xfrm>
          <a:off x="1462659" y="2562784"/>
          <a:ext cx="5085847" cy="360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759" y="381935"/>
            <a:ext cx="9353670" cy="120032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defRPr sz="4000" b="1">
                <a:solidFill>
                  <a:srgbClr val="FFC72C"/>
                </a:solidFill>
                <a:latin typeface="Caesar Dressing"/>
              </a:defRPr>
            </a:pPr>
            <a:r>
              <a:rPr lang="en-US" sz="4900"/>
              <a:t>Future Improvements &amp; Wrap-Up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1297" y="554152"/>
            <a:ext cx="574026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459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994899-0841-3D5E-5A25-7496401DC2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667438"/>
              </p:ext>
            </p:extLst>
          </p:nvPr>
        </p:nvGraphicFramePr>
        <p:xfrm>
          <a:off x="1187752" y="1825625"/>
          <a:ext cx="9353671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Custom</PresentationFormat>
  <Paragraphs>80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TrackED</vt:lpstr>
      <vt:lpstr>TrackED: Nursing Student Tracking Web Application</vt:lpstr>
      <vt:lpstr>Project Overview</vt:lpstr>
      <vt:lpstr>Team Members &amp; Roles</vt:lpstr>
      <vt:lpstr>Product Vision &amp; Goals</vt:lpstr>
      <vt:lpstr>Key Features</vt:lpstr>
      <vt:lpstr>Architecture Overview</vt:lpstr>
      <vt:lpstr>Detailed Design</vt:lpstr>
      <vt:lpstr>Tools &amp; Environment</vt:lpstr>
      <vt:lpstr>Database ERD</vt:lpstr>
      <vt:lpstr>Database Implementation </vt:lpstr>
      <vt:lpstr>PowerPoint Presentation</vt:lpstr>
      <vt:lpstr>Features</vt:lpstr>
      <vt:lpstr>Challenges &amp; Lessons Learned</vt:lpstr>
      <vt:lpstr>Sprint Goals and Achievements</vt:lpstr>
      <vt:lpstr>Future Improvements &amp; Wrap-Up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King, Katherine Terese</cp:lastModifiedBy>
  <cp:revision>3</cp:revision>
  <dcterms:created xsi:type="dcterms:W3CDTF">2013-01-27T09:14:16Z</dcterms:created>
  <dcterms:modified xsi:type="dcterms:W3CDTF">2025-12-02T01:31:14Z</dcterms:modified>
  <cp:category/>
</cp:coreProperties>
</file>